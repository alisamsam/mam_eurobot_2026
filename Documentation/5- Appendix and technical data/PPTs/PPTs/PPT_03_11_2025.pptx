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1B_54E2CFD8.xml" ContentType="application/vnd.ms-powerpoint.comments+xml"/>
  <Override PartName="/ppt/comments/modernComment_120_E3EB2630.xml" ContentType="application/vnd.ms-powerpoint.comments+xml"/>
  <Override PartName="/ppt/comments/modernComment_123_CCDEC70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1" r:id="rId5"/>
    <p:sldId id="282" r:id="rId6"/>
    <p:sldId id="283" r:id="rId7"/>
    <p:sldId id="288" r:id="rId8"/>
    <p:sldId id="292" r:id="rId9"/>
    <p:sldId id="289" r:id="rId10"/>
    <p:sldId id="294" r:id="rId11"/>
    <p:sldId id="293" r:id="rId12"/>
    <p:sldId id="295" r:id="rId13"/>
    <p:sldId id="291" r:id="rId14"/>
    <p:sldId id="290" r:id="rId15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21BD05-0AFB-0A95-7667-C65993416782}" name="Papa-Madiara Sene" initials="PS" userId="S::papa-madiara.sene@etu.univ-smb.fr::3095c3e5-2e0b-4de2-a5fa-758dccb09853" providerId="AD"/>
  <p188:author id="{B0A3660C-66C1-DEE5-A6B5-C01CD5E5C58D}" name="Samsaam-Ali Baig" initials="SB" userId="S::samsaam-ali.baig@etu.univ-smb.fr::e774e39e-b71f-495a-b2c4-4031f2c15ea7" providerId="AD"/>
  <p188:author id="{2E6BE547-99B0-759E-9CE8-A5D748F8ED1A}" name="Samsaam-Ali Baig" initials="SB" userId="S::Samsaam-Ali.Baig@etu.univ-smb.fr::e774e39e-b71f-495a-b2c4-4031f2c15ea7" providerId="AD"/>
  <p188:author id="{429B196D-971B-6E34-7C9C-AFFEB75118D6}" name="Sidy Thiaw" initials="ST" userId="S::sidy.thiaw@etu.univ-smb.fr::3f896d6d-6d11-4f26-a8ab-d06947f03d3c" providerId="AD"/>
  <p188:author id="{CC542680-FC06-7163-068E-FF439AEABF90}" name="Zad Abou-Jaoude" initials="ZA" userId="S::Zad.Abou-Jaoude@etu.univ-smb.fr::c3f33ae0-34c3-43cb-b9bd-d8041c9be2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614" y="7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nghe Qiao" userId="S::zhonghe.qiao@etu.univ-smb.fr::472d3d76-7dba-4840-b8ac-a2e866428f86" providerId="AD" clId="Web-{AACD5FE4-0216-16BE-A5E2-CD95079A2B51}"/>
    <pc:docChg chg="modSld">
      <pc:chgData name="Zhonghe Qiao" userId="S::zhonghe.qiao@etu.univ-smb.fr::472d3d76-7dba-4840-b8ac-a2e866428f86" providerId="AD" clId="Web-{AACD5FE4-0216-16BE-A5E2-CD95079A2B51}" dt="2025-11-02T12:48:10.955" v="0" actId="1076"/>
      <pc:docMkLst>
        <pc:docMk/>
      </pc:docMkLst>
      <pc:sldChg chg="modSp">
        <pc:chgData name="Zhonghe Qiao" userId="S::zhonghe.qiao@etu.univ-smb.fr::472d3d76-7dba-4840-b8ac-a2e866428f86" providerId="AD" clId="Web-{AACD5FE4-0216-16BE-A5E2-CD95079A2B51}" dt="2025-11-02T12:48:10.955" v="0" actId="1076"/>
        <pc:sldMkLst>
          <pc:docMk/>
          <pc:sldMk cId="2813516942" sldId="293"/>
        </pc:sldMkLst>
        <pc:spChg chg="mod">
          <ac:chgData name="Zhonghe Qiao" userId="S::zhonghe.qiao@etu.univ-smb.fr::472d3d76-7dba-4840-b8ac-a2e866428f86" providerId="AD" clId="Web-{AACD5FE4-0216-16BE-A5E2-CD95079A2B51}" dt="2025-11-02T12:48:10.955" v="0" actId="1076"/>
          <ac:spMkLst>
            <pc:docMk/>
            <pc:sldMk cId="2813516942" sldId="293"/>
            <ac:spMk id="3" creationId="{88587584-235E-560B-6BFE-972043AF03DD}"/>
          </ac:spMkLst>
        </pc:spChg>
      </pc:sldChg>
    </pc:docChg>
  </pc:docChgLst>
  <pc:docChgLst>
    <pc:chgData name="Papa-Madiara Sene" userId="S::papa-madiara.sene@etu.univ-smb.fr::3095c3e5-2e0b-4de2-a5fa-758dccb09853" providerId="AD" clId="Web-{B0A2EB1D-AF97-E810-03C2-184FE50FDB03}"/>
    <pc:docChg chg="modSld">
      <pc:chgData name="Papa-Madiara Sene" userId="S::papa-madiara.sene@etu.univ-smb.fr::3095c3e5-2e0b-4de2-a5fa-758dccb09853" providerId="AD" clId="Web-{B0A2EB1D-AF97-E810-03C2-184FE50FDB03}" dt="2025-11-01T22:11:59.448" v="164"/>
      <pc:docMkLst>
        <pc:docMk/>
      </pc:docMkLst>
      <pc:sldChg chg="addSp modSp">
        <pc:chgData name="Papa-Madiara Sene" userId="S::papa-madiara.sene@etu.univ-smb.fr::3095c3e5-2e0b-4de2-a5fa-758dccb09853" providerId="AD" clId="Web-{B0A2EB1D-AF97-E810-03C2-184FE50FDB03}" dt="2025-11-01T21:39:22.972" v="11" actId="20577"/>
        <pc:sldMkLst>
          <pc:docMk/>
          <pc:sldMk cId="214822000" sldId="291"/>
        </pc:sldMkLst>
        <pc:spChg chg="add mod">
          <ac:chgData name="Papa-Madiara Sene" userId="S::papa-madiara.sene@etu.univ-smb.fr::3095c3e5-2e0b-4de2-a5fa-758dccb09853" providerId="AD" clId="Web-{B0A2EB1D-AF97-E810-03C2-184FE50FDB03}" dt="2025-11-01T21:39:22.972" v="11" actId="20577"/>
          <ac:spMkLst>
            <pc:docMk/>
            <pc:sldMk cId="214822000" sldId="291"/>
            <ac:spMk id="4" creationId="{65AAE0D4-D7EB-4CCA-5089-F958075ED051}"/>
          </ac:spMkLst>
        </pc:spChg>
      </pc:sldChg>
    </pc:docChg>
  </pc:docChgLst>
  <pc:docChgLst>
    <pc:chgData name="Papa-Madiara Sene" userId="S::papa-madiara.sene@etu.univ-smb.fr::3095c3e5-2e0b-4de2-a5fa-758dccb09853" providerId="AD" clId="Web-{EB0FFB73-1CF7-ADBB-E219-DC49808F37F0}"/>
    <pc:docChg chg="mod delSld modSld">
      <pc:chgData name="Papa-Madiara Sene" userId="S::papa-madiara.sene@etu.univ-smb.fr::3095c3e5-2e0b-4de2-a5fa-758dccb09853" providerId="AD" clId="Web-{EB0FFB73-1CF7-ADBB-E219-DC49808F37F0}" dt="2025-11-02T13:08:41.890" v="17" actId="14100"/>
      <pc:docMkLst>
        <pc:docMk/>
      </pc:docMkLst>
      <pc:sldChg chg="addSp modSp">
        <pc:chgData name="Papa-Madiara Sene" userId="S::papa-madiara.sene@etu.univ-smb.fr::3095c3e5-2e0b-4de2-a5fa-758dccb09853" providerId="AD" clId="Web-{EB0FFB73-1CF7-ADBB-E219-DC49808F37F0}" dt="2025-11-02T13:05:59.688" v="13" actId="14100"/>
        <pc:sldMkLst>
          <pc:docMk/>
          <pc:sldMk cId="1526006032" sldId="290"/>
        </pc:sldMkLst>
        <pc:spChg chg="add">
          <ac:chgData name="Papa-Madiara Sene" userId="S::papa-madiara.sene@etu.univ-smb.fr::3095c3e5-2e0b-4de2-a5fa-758dccb09853" providerId="AD" clId="Web-{EB0FFB73-1CF7-ADBB-E219-DC49808F37F0}" dt="2025-11-02T13:05:22.507" v="9"/>
          <ac:spMkLst>
            <pc:docMk/>
            <pc:sldMk cId="1526006032" sldId="290"/>
            <ac:spMk id="3" creationId="{EA62938B-7085-2D29-1BF6-5BE96DE37C3C}"/>
          </ac:spMkLst>
        </pc:spChg>
        <pc:picChg chg="add mod">
          <ac:chgData name="Papa-Madiara Sene" userId="S::papa-madiara.sene@etu.univ-smb.fr::3095c3e5-2e0b-4de2-a5fa-758dccb09853" providerId="AD" clId="Web-{EB0FFB73-1CF7-ADBB-E219-DC49808F37F0}" dt="2025-11-02T13:05:59.688" v="13" actId="14100"/>
          <ac:picMkLst>
            <pc:docMk/>
            <pc:sldMk cId="1526006032" sldId="290"/>
            <ac:picMk id="4" creationId="{F28CB7C3-6A24-D04A-5E44-762164008292}"/>
          </ac:picMkLst>
        </pc:picChg>
      </pc:sldChg>
      <pc:sldChg chg="addSp delSp modSp">
        <pc:chgData name="Papa-Madiara Sene" userId="S::papa-madiara.sene@etu.univ-smb.fr::3095c3e5-2e0b-4de2-a5fa-758dccb09853" providerId="AD" clId="Web-{EB0FFB73-1CF7-ADBB-E219-DC49808F37F0}" dt="2025-11-02T13:08:41.890" v="17" actId="14100"/>
        <pc:sldMkLst>
          <pc:docMk/>
          <pc:sldMk cId="214822000" sldId="291"/>
        </pc:sldMkLst>
        <pc:picChg chg="add mod">
          <ac:chgData name="Papa-Madiara Sene" userId="S::papa-madiara.sene@etu.univ-smb.fr::3095c3e5-2e0b-4de2-a5fa-758dccb09853" providerId="AD" clId="Web-{EB0FFB73-1CF7-ADBB-E219-DC49808F37F0}" dt="2025-11-02T13:08:41.890" v="17" actId="14100"/>
          <ac:picMkLst>
            <pc:docMk/>
            <pc:sldMk cId="214822000" sldId="291"/>
            <ac:picMk id="7" creationId="{4A104E2E-5EFC-DD86-DBB0-F9FEFE805D71}"/>
          </ac:picMkLst>
        </pc:picChg>
      </pc:sldChg>
    </pc:docChg>
  </pc:docChgLst>
  <pc:docChgLst>
    <pc:chgData name="Zad Abou-Jaoude" userId="S::zad.abou-jaoude@etu.univ-smb.fr::c3f33ae0-34c3-43cb-b9bd-d8041c9be236" providerId="AD" clId="Web-{1105BB33-107D-A31E-0036-BCAFA54B048D}"/>
    <pc:docChg chg="modSld">
      <pc:chgData name="Zad Abou-Jaoude" userId="S::zad.abou-jaoude@etu.univ-smb.fr::c3f33ae0-34c3-43cb-b9bd-d8041c9be236" providerId="AD" clId="Web-{1105BB33-107D-A31E-0036-BCAFA54B048D}" dt="2025-11-02T17:11:30.640" v="1" actId="20577"/>
      <pc:docMkLst>
        <pc:docMk/>
      </pc:docMkLst>
      <pc:sldChg chg="modSp">
        <pc:chgData name="Zad Abou-Jaoude" userId="S::zad.abou-jaoude@etu.univ-smb.fr::c3f33ae0-34c3-43cb-b9bd-d8041c9be236" providerId="AD" clId="Web-{1105BB33-107D-A31E-0036-BCAFA54B048D}" dt="2025-11-02T17:11:30.640" v="1" actId="20577"/>
        <pc:sldMkLst>
          <pc:docMk/>
          <pc:sldMk cId="2595562517" sldId="289"/>
        </pc:sldMkLst>
        <pc:spChg chg="mod">
          <ac:chgData name="Zad Abou-Jaoude" userId="S::zad.abou-jaoude@etu.univ-smb.fr::c3f33ae0-34c3-43cb-b9bd-d8041c9be236" providerId="AD" clId="Web-{1105BB33-107D-A31E-0036-BCAFA54B048D}" dt="2025-11-02T17:11:30.640" v="1" actId="20577"/>
          <ac:spMkLst>
            <pc:docMk/>
            <pc:sldMk cId="2595562517" sldId="289"/>
            <ac:spMk id="3" creationId="{B21AA307-9D2F-A0A7-4960-6DB9456050C2}"/>
          </ac:spMkLst>
        </pc:spChg>
      </pc:sldChg>
    </pc:docChg>
  </pc:docChgLst>
  <pc:docChgLst>
    <pc:chgData name="Samsaam-Ali Baig" userId="S::samsaam-ali.baig@etu.univ-smb.fr::e774e39e-b71f-495a-b2c4-4031f2c15ea7" providerId="AD" clId="Web-{D286131E-6AB3-69D4-0694-E0185E2A3B61}"/>
    <pc:docChg chg="mod addSld modSld">
      <pc:chgData name="Samsaam-Ali Baig" userId="S::samsaam-ali.baig@etu.univ-smb.fr::e774e39e-b71f-495a-b2c4-4031f2c15ea7" providerId="AD" clId="Web-{D286131E-6AB3-69D4-0694-E0185E2A3B61}" dt="2025-11-02T04:09:40.227" v="112"/>
      <pc:docMkLst>
        <pc:docMk/>
      </pc:docMkLst>
      <pc:sldChg chg="modSp">
        <pc:chgData name="Samsaam-Ali Baig" userId="S::samsaam-ali.baig@etu.univ-smb.fr::e774e39e-b71f-495a-b2c4-4031f2c15ea7" providerId="AD" clId="Web-{D286131E-6AB3-69D4-0694-E0185E2A3B61}" dt="2025-11-02T03:56:54.334" v="94" actId="20577"/>
        <pc:sldMkLst>
          <pc:docMk/>
          <pc:sldMk cId="1424150488" sldId="283"/>
        </pc:sldMkLst>
        <pc:spChg chg="mod">
          <ac:chgData name="Samsaam-Ali Baig" userId="S::samsaam-ali.baig@etu.univ-smb.fr::e774e39e-b71f-495a-b2c4-4031f2c15ea7" providerId="AD" clId="Web-{D286131E-6AB3-69D4-0694-E0185E2A3B61}" dt="2025-11-02T03:56:54.334" v="94" actId="20577"/>
          <ac:spMkLst>
            <pc:docMk/>
            <pc:sldMk cId="1424150488" sldId="283"/>
            <ac:spMk id="3" creationId="{1FD6E882-56CF-54F1-9776-E617B012D290}"/>
          </ac:spMkLst>
        </pc:spChg>
      </pc:sldChg>
      <pc:sldChg chg="modSp">
        <pc:chgData name="Samsaam-Ali Baig" userId="S::samsaam-ali.baig@etu.univ-smb.fr::e774e39e-b71f-495a-b2c4-4031f2c15ea7" providerId="AD" clId="Web-{D286131E-6AB3-69D4-0694-E0185E2A3B61}" dt="2025-11-02T04:04:19.265" v="111" actId="20577"/>
        <pc:sldMkLst>
          <pc:docMk/>
          <pc:sldMk cId="2595562517" sldId="289"/>
        </pc:sldMkLst>
        <pc:spChg chg="mod">
          <ac:chgData name="Samsaam-Ali Baig" userId="S::samsaam-ali.baig@etu.univ-smb.fr::e774e39e-b71f-495a-b2c4-4031f2c15ea7" providerId="AD" clId="Web-{D286131E-6AB3-69D4-0694-E0185E2A3B61}" dt="2025-11-02T04:04:19.265" v="111" actId="20577"/>
          <ac:spMkLst>
            <pc:docMk/>
            <pc:sldMk cId="2595562517" sldId="289"/>
            <ac:spMk id="7" creationId="{D18F1FEF-2E84-92D3-3755-1E812F94C994}"/>
          </ac:spMkLst>
        </pc:spChg>
      </pc:sldChg>
    </pc:docChg>
  </pc:docChgLst>
  <pc:docChgLst>
    <pc:chgData name="Samsaam-Ali Baig" userId="S::samsaam-ali.baig@etu.univ-smb.fr::e774e39e-b71f-495a-b2c4-4031f2c15ea7" providerId="AD" clId="Web-{91A04A67-70A5-EE89-71D7-0A9CD782F404}"/>
    <pc:docChg chg="modSld">
      <pc:chgData name="Samsaam-Ali Baig" userId="S::samsaam-ali.baig@etu.univ-smb.fr::e774e39e-b71f-495a-b2c4-4031f2c15ea7" providerId="AD" clId="Web-{91A04A67-70A5-EE89-71D7-0A9CD782F404}" dt="2025-11-02T22:08:55.037" v="6" actId="1076"/>
      <pc:docMkLst>
        <pc:docMk/>
      </pc:docMkLst>
      <pc:sldChg chg="modSp">
        <pc:chgData name="Samsaam-Ali Baig" userId="S::samsaam-ali.baig@etu.univ-smb.fr::e774e39e-b71f-495a-b2c4-4031f2c15ea7" providerId="AD" clId="Web-{91A04A67-70A5-EE89-71D7-0A9CD782F404}" dt="2025-11-02T22:08:55.037" v="6" actId="1076"/>
        <pc:sldMkLst>
          <pc:docMk/>
          <pc:sldMk cId="2595562517" sldId="289"/>
        </pc:sldMkLst>
        <pc:graphicFrameChg chg="mod">
          <ac:chgData name="Samsaam-Ali Baig" userId="S::samsaam-ali.baig@etu.univ-smb.fr::e774e39e-b71f-495a-b2c4-4031f2c15ea7" providerId="AD" clId="Web-{91A04A67-70A5-EE89-71D7-0A9CD782F404}" dt="2025-11-02T22:08:55.037" v="6" actId="1076"/>
          <ac:graphicFrameMkLst>
            <pc:docMk/>
            <pc:sldMk cId="2595562517" sldId="289"/>
            <ac:graphicFrameMk id="6" creationId="{556BBB0D-0C95-E848-9DF0-C85401C2E75A}"/>
          </ac:graphicFrameMkLst>
        </pc:graphicFrameChg>
      </pc:sldChg>
    </pc:docChg>
  </pc:docChgLst>
  <pc:docChgLst>
    <pc:chgData name="Samsaam-Ali Baig" userId="e774e39e-b71f-495a-b2c4-4031f2c15ea7" providerId="ADAL" clId="{701DEC14-785C-4B29-BED0-A258B7EDF157}"/>
    <pc:docChg chg="custSel addSld delSld modSld sldOrd">
      <pc:chgData name="Samsaam-Ali Baig" userId="e774e39e-b71f-495a-b2c4-4031f2c15ea7" providerId="ADAL" clId="{701DEC14-785C-4B29-BED0-A258B7EDF157}" dt="2025-11-04T10:05:14.536" v="523" actId="339"/>
      <pc:docMkLst>
        <pc:docMk/>
      </pc:docMkLst>
      <pc:sldChg chg="addSp delSp modSp mod ord">
        <pc:chgData name="Samsaam-Ali Baig" userId="e774e39e-b71f-495a-b2c4-4031f2c15ea7" providerId="ADAL" clId="{701DEC14-785C-4B29-BED0-A258B7EDF157}" dt="2025-11-04T10:05:14.536" v="523" actId="339"/>
        <pc:sldMkLst>
          <pc:docMk/>
          <pc:sldMk cId="2595562517" sldId="289"/>
        </pc:sldMkLst>
        <pc:spChg chg="mod">
          <ac:chgData name="Samsaam-Ali Baig" userId="e774e39e-b71f-495a-b2c4-4031f2c15ea7" providerId="ADAL" clId="{701DEC14-785C-4B29-BED0-A258B7EDF157}" dt="2025-11-02T04:52:25.311" v="326" actId="14100"/>
          <ac:spMkLst>
            <pc:docMk/>
            <pc:sldMk cId="2595562517" sldId="289"/>
            <ac:spMk id="3" creationId="{B21AA307-9D2F-A0A7-4960-6DB9456050C2}"/>
          </ac:spMkLst>
        </pc:spChg>
        <pc:spChg chg="mod">
          <ac:chgData name="Samsaam-Ali Baig" userId="e774e39e-b71f-495a-b2c4-4031f2c15ea7" providerId="ADAL" clId="{701DEC14-785C-4B29-BED0-A258B7EDF157}" dt="2025-11-02T05:08:07.980" v="505" actId="20577"/>
          <ac:spMkLst>
            <pc:docMk/>
            <pc:sldMk cId="2595562517" sldId="289"/>
            <ac:spMk id="5" creationId="{1D7D6721-7A87-1826-F789-E562A167F37C}"/>
          </ac:spMkLst>
        </pc:spChg>
        <pc:spChg chg="mod">
          <ac:chgData name="Samsaam-Ali Baig" userId="e774e39e-b71f-495a-b2c4-4031f2c15ea7" providerId="ADAL" clId="{701DEC14-785C-4B29-BED0-A258B7EDF157}" dt="2025-11-02T04:51:38.743" v="322" actId="20577"/>
          <ac:spMkLst>
            <pc:docMk/>
            <pc:sldMk cId="2595562517" sldId="289"/>
            <ac:spMk id="7" creationId="{D18F1FEF-2E84-92D3-3755-1E812F94C994}"/>
          </ac:spMkLst>
        </pc:spChg>
        <pc:graphicFrameChg chg="add mod modGraphic">
          <ac:chgData name="Samsaam-Ali Baig" userId="e774e39e-b71f-495a-b2c4-4031f2c15ea7" providerId="ADAL" clId="{701DEC14-785C-4B29-BED0-A258B7EDF157}" dt="2025-11-04T10:05:14.536" v="523" actId="339"/>
          <ac:graphicFrameMkLst>
            <pc:docMk/>
            <pc:sldMk cId="2595562517" sldId="289"/>
            <ac:graphicFrameMk id="6" creationId="{556BBB0D-0C95-E848-9DF0-C85401C2E75A}"/>
          </ac:graphicFrameMkLst>
        </pc:graphicFrameChg>
      </pc:sldChg>
      <pc:sldChg chg="modSp mod">
        <pc:chgData name="Samsaam-Ali Baig" userId="e774e39e-b71f-495a-b2c4-4031f2c15ea7" providerId="ADAL" clId="{701DEC14-785C-4B29-BED0-A258B7EDF157}" dt="2025-11-02T05:09:59.951" v="519" actId="20577"/>
        <pc:sldMkLst>
          <pc:docMk/>
          <pc:sldMk cId="1526006032" sldId="290"/>
        </pc:sldMkLst>
        <pc:spChg chg="mod">
          <ac:chgData name="Samsaam-Ali Baig" userId="e774e39e-b71f-495a-b2c4-4031f2c15ea7" providerId="ADAL" clId="{701DEC14-785C-4B29-BED0-A258B7EDF157}" dt="2025-11-02T05:09:59.951" v="519" actId="20577"/>
          <ac:spMkLst>
            <pc:docMk/>
            <pc:sldMk cId="1526006032" sldId="290"/>
            <ac:spMk id="5" creationId="{3A474C4E-CC3D-3E77-9E17-ECF085408E6F}"/>
          </ac:spMkLst>
        </pc:spChg>
      </pc:sldChg>
      <pc:sldChg chg="modSp mod">
        <pc:chgData name="Samsaam-Ali Baig" userId="e774e39e-b71f-495a-b2c4-4031f2c15ea7" providerId="ADAL" clId="{701DEC14-785C-4B29-BED0-A258B7EDF157}" dt="2025-11-02T05:08:35.607" v="515" actId="20577"/>
        <pc:sldMkLst>
          <pc:docMk/>
          <pc:sldMk cId="214822000" sldId="291"/>
        </pc:sldMkLst>
        <pc:spChg chg="mod">
          <ac:chgData name="Samsaam-Ali Baig" userId="e774e39e-b71f-495a-b2c4-4031f2c15ea7" providerId="ADAL" clId="{701DEC14-785C-4B29-BED0-A258B7EDF157}" dt="2025-11-02T05:08:35.607" v="515" actId="20577"/>
          <ac:spMkLst>
            <pc:docMk/>
            <pc:sldMk cId="214822000" sldId="291"/>
            <ac:spMk id="22" creationId="{83D749BD-1F89-0F79-95D7-1BC8AAB30002}"/>
          </ac:spMkLst>
        </pc:spChg>
      </pc:sldChg>
      <pc:sldChg chg="modSp mod">
        <pc:chgData name="Samsaam-Ali Baig" userId="e774e39e-b71f-495a-b2c4-4031f2c15ea7" providerId="ADAL" clId="{701DEC14-785C-4B29-BED0-A258B7EDF157}" dt="2025-11-02T05:08:02.825" v="503" actId="20577"/>
        <pc:sldMkLst>
          <pc:docMk/>
          <pc:sldMk cId="2698284680" sldId="292"/>
        </pc:sldMkLst>
        <pc:spChg chg="mod">
          <ac:chgData name="Samsaam-Ali Baig" userId="e774e39e-b71f-495a-b2c4-4031f2c15ea7" providerId="ADAL" clId="{701DEC14-785C-4B29-BED0-A258B7EDF157}" dt="2025-11-02T05:08:02.825" v="503" actId="20577"/>
          <ac:spMkLst>
            <pc:docMk/>
            <pc:sldMk cId="2698284680" sldId="292"/>
            <ac:spMk id="5" creationId="{226B1206-45AE-FB3F-6A68-CC7A19981794}"/>
          </ac:spMkLst>
        </pc:spChg>
      </pc:sldChg>
      <pc:sldChg chg="addSp delSp modSp add mod ord">
        <pc:chgData name="Samsaam-Ali Baig" userId="e774e39e-b71f-495a-b2c4-4031f2c15ea7" providerId="ADAL" clId="{701DEC14-785C-4B29-BED0-A258B7EDF157}" dt="2025-11-02T05:08:20.592" v="509" actId="20577"/>
        <pc:sldMkLst>
          <pc:docMk/>
          <pc:sldMk cId="2813516942" sldId="293"/>
        </pc:sldMkLst>
        <pc:spChg chg="mod">
          <ac:chgData name="Samsaam-Ali Baig" userId="e774e39e-b71f-495a-b2c4-4031f2c15ea7" providerId="ADAL" clId="{701DEC14-785C-4B29-BED0-A258B7EDF157}" dt="2025-11-02T05:06:56.154" v="501" actId="403"/>
          <ac:spMkLst>
            <pc:docMk/>
            <pc:sldMk cId="2813516942" sldId="293"/>
            <ac:spMk id="3" creationId="{88587584-235E-560B-6BFE-972043AF03DD}"/>
          </ac:spMkLst>
        </pc:spChg>
        <pc:spChg chg="mod">
          <ac:chgData name="Samsaam-Ali Baig" userId="e774e39e-b71f-495a-b2c4-4031f2c15ea7" providerId="ADAL" clId="{701DEC14-785C-4B29-BED0-A258B7EDF157}" dt="2025-11-02T05:08:20.592" v="509" actId="20577"/>
          <ac:spMkLst>
            <pc:docMk/>
            <pc:sldMk cId="2813516942" sldId="293"/>
            <ac:spMk id="5" creationId="{BA99C86C-DF68-F85B-52FB-AB1AD834D542}"/>
          </ac:spMkLst>
        </pc:spChg>
        <pc:spChg chg="mod">
          <ac:chgData name="Samsaam-Ali Baig" userId="e774e39e-b71f-495a-b2c4-4031f2c15ea7" providerId="ADAL" clId="{701DEC14-785C-4B29-BED0-A258B7EDF157}" dt="2025-11-02T05:06:04.539" v="472" actId="20577"/>
          <ac:spMkLst>
            <pc:docMk/>
            <pc:sldMk cId="2813516942" sldId="293"/>
            <ac:spMk id="7" creationId="{86920BBD-5FE6-D84F-4F1C-FB5F6FD02420}"/>
          </ac:spMkLst>
        </pc:spChg>
        <pc:picChg chg="add mod modCrop">
          <ac:chgData name="Samsaam-Ali Baig" userId="e774e39e-b71f-495a-b2c4-4031f2c15ea7" providerId="ADAL" clId="{701DEC14-785C-4B29-BED0-A258B7EDF157}" dt="2025-11-02T05:05:16.555" v="410" actId="732"/>
          <ac:picMkLst>
            <pc:docMk/>
            <pc:sldMk cId="2813516942" sldId="293"/>
            <ac:picMk id="6" creationId="{46AAE15D-CE0E-3756-ECE7-5C6FAE503C9B}"/>
          </ac:picMkLst>
        </pc:picChg>
      </pc:sldChg>
      <pc:sldChg chg="addSp delSp modSp add mod modAnim">
        <pc:chgData name="Samsaam-Ali Baig" userId="e774e39e-b71f-495a-b2c4-4031f2c15ea7" providerId="ADAL" clId="{701DEC14-785C-4B29-BED0-A258B7EDF157}" dt="2025-11-02T05:08:13.170" v="507" actId="20577"/>
        <pc:sldMkLst>
          <pc:docMk/>
          <pc:sldMk cId="2226035585" sldId="294"/>
        </pc:sldMkLst>
        <pc:spChg chg="mod">
          <ac:chgData name="Samsaam-Ali Baig" userId="e774e39e-b71f-495a-b2c4-4031f2c15ea7" providerId="ADAL" clId="{701DEC14-785C-4B29-BED0-A258B7EDF157}" dt="2025-11-02T04:53:32.840" v="399" actId="113"/>
          <ac:spMkLst>
            <pc:docMk/>
            <pc:sldMk cId="2226035585" sldId="294"/>
            <ac:spMk id="3" creationId="{F996AD23-CEE2-7F17-B541-124BB4E15E8D}"/>
          </ac:spMkLst>
        </pc:spChg>
        <pc:spChg chg="mod">
          <ac:chgData name="Samsaam-Ali Baig" userId="e774e39e-b71f-495a-b2c4-4031f2c15ea7" providerId="ADAL" clId="{701DEC14-785C-4B29-BED0-A258B7EDF157}" dt="2025-11-02T05:08:13.170" v="507" actId="20577"/>
          <ac:spMkLst>
            <pc:docMk/>
            <pc:sldMk cId="2226035585" sldId="294"/>
            <ac:spMk id="5" creationId="{8F1CDAD2-A415-4E34-88F1-DDC188FF694D}"/>
          </ac:spMkLst>
        </pc:spChg>
        <pc:spChg chg="mod">
          <ac:chgData name="Samsaam-Ali Baig" userId="e774e39e-b71f-495a-b2c4-4031f2c15ea7" providerId="ADAL" clId="{701DEC14-785C-4B29-BED0-A258B7EDF157}" dt="2025-11-02T04:51:19.539" v="299" actId="20577"/>
          <ac:spMkLst>
            <pc:docMk/>
            <pc:sldMk cId="2226035585" sldId="294"/>
            <ac:spMk id="7" creationId="{3E5D9D74-188C-BF22-DED0-6285C51838ED}"/>
          </ac:spMkLst>
        </pc:spChg>
        <pc:picChg chg="add mod">
          <ac:chgData name="Samsaam-Ali Baig" userId="e774e39e-b71f-495a-b2c4-4031f2c15ea7" providerId="ADAL" clId="{701DEC14-785C-4B29-BED0-A258B7EDF157}" dt="2025-11-02T04:53:45.170" v="400" actId="14100"/>
          <ac:picMkLst>
            <pc:docMk/>
            <pc:sldMk cId="2226035585" sldId="294"/>
            <ac:picMk id="2" creationId="{0233287E-C4D7-44AA-7A13-3EB0C5B7170E}"/>
          </ac:picMkLst>
        </pc:picChg>
      </pc:sldChg>
    </pc:docChg>
  </pc:docChgLst>
  <pc:docChgLst>
    <pc:chgData name="Zad Abou-Jaoude" userId="c3f33ae0-34c3-43cb-b9bd-d8041c9be236" providerId="ADAL" clId="{5E9CF880-C2D6-4223-8EBD-C9CC3CA673DD}"/>
    <pc:docChg chg="undo custSel addSld modSld">
      <pc:chgData name="Zad Abou-Jaoude" userId="c3f33ae0-34c3-43cb-b9bd-d8041c9be236" providerId="ADAL" clId="{5E9CF880-C2D6-4223-8EBD-C9CC3CA673DD}" dt="2025-11-03T07:33:02.330" v="154" actId="20577"/>
      <pc:docMkLst>
        <pc:docMk/>
      </pc:docMkLst>
      <pc:sldChg chg="modSp mod">
        <pc:chgData name="Zad Abou-Jaoude" userId="c3f33ae0-34c3-43cb-b9bd-d8041c9be236" providerId="ADAL" clId="{5E9CF880-C2D6-4223-8EBD-C9CC3CA673DD}" dt="2025-11-03T07:33:02.330" v="154" actId="20577"/>
        <pc:sldMkLst>
          <pc:docMk/>
          <pc:sldMk cId="3184506572" sldId="281"/>
        </pc:sldMkLst>
        <pc:spChg chg="mod">
          <ac:chgData name="Zad Abou-Jaoude" userId="c3f33ae0-34c3-43cb-b9bd-d8041c9be236" providerId="ADAL" clId="{5E9CF880-C2D6-4223-8EBD-C9CC3CA673DD}" dt="2025-11-03T07:33:02.330" v="154" actId="20577"/>
          <ac:spMkLst>
            <pc:docMk/>
            <pc:sldMk cId="3184506572" sldId="281"/>
            <ac:spMk id="3" creationId="{FA01CE8C-C427-9A7D-71F2-F89E8418732D}"/>
          </ac:spMkLst>
        </pc:spChg>
      </pc:sldChg>
      <pc:sldChg chg="addSp delSp modSp mod">
        <pc:chgData name="Zad Abou-Jaoude" userId="c3f33ae0-34c3-43cb-b9bd-d8041c9be236" providerId="ADAL" clId="{5E9CF880-C2D6-4223-8EBD-C9CC3CA673DD}" dt="2025-11-02T17:03:52.460" v="107" actId="20577"/>
        <pc:sldMkLst>
          <pc:docMk/>
          <pc:sldMk cId="1943727444" sldId="282"/>
        </pc:sldMkLst>
        <pc:spChg chg="add mod">
          <ac:chgData name="Zad Abou-Jaoude" userId="c3f33ae0-34c3-43cb-b9bd-d8041c9be236" providerId="ADAL" clId="{5E9CF880-C2D6-4223-8EBD-C9CC3CA673DD}" dt="2025-11-02T17:03:44.072" v="90" actId="1076"/>
          <ac:spMkLst>
            <pc:docMk/>
            <pc:sldMk cId="1943727444" sldId="282"/>
            <ac:spMk id="2" creationId="{93A55D7A-DA90-D29B-A864-A9DEB2172C48}"/>
          </ac:spMkLst>
        </pc:spChg>
        <pc:spChg chg="mod">
          <ac:chgData name="Zad Abou-Jaoude" userId="c3f33ae0-34c3-43cb-b9bd-d8041c9be236" providerId="ADAL" clId="{5E9CF880-C2D6-4223-8EBD-C9CC3CA673DD}" dt="2025-11-02T17:03:52.460" v="107" actId="20577"/>
          <ac:spMkLst>
            <pc:docMk/>
            <pc:sldMk cId="1943727444" sldId="282"/>
            <ac:spMk id="7" creationId="{20A889B9-DD29-0AA0-B00C-66E3D7826C72}"/>
          </ac:spMkLst>
        </pc:spChg>
      </pc:sldChg>
      <pc:sldChg chg="modSp mod modCm">
        <pc:chgData name="Zad Abou-Jaoude" userId="c3f33ae0-34c3-43cb-b9bd-d8041c9be236" providerId="ADAL" clId="{5E9CF880-C2D6-4223-8EBD-C9CC3CA673DD}" dt="2025-11-02T16:58:58.218" v="83" actId="20577"/>
        <pc:sldMkLst>
          <pc:docMk/>
          <pc:sldMk cId="1424150488" sldId="283"/>
        </pc:sldMkLst>
        <pc:spChg chg="mod">
          <ac:chgData name="Zad Abou-Jaoude" userId="c3f33ae0-34c3-43cb-b9bd-d8041c9be236" providerId="ADAL" clId="{5E9CF880-C2D6-4223-8EBD-C9CC3CA673DD}" dt="2025-11-02T16:58:58.218" v="83" actId="20577"/>
          <ac:spMkLst>
            <pc:docMk/>
            <pc:sldMk cId="1424150488" sldId="283"/>
            <ac:spMk id="3" creationId="{1FD6E882-56CF-54F1-9776-E617B012D29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Zad Abou-Jaoude" userId="c3f33ae0-34c3-43cb-b9bd-d8041c9be236" providerId="ADAL" clId="{5E9CF880-C2D6-4223-8EBD-C9CC3CA673DD}" dt="2025-11-02T16:58:58.218" v="83" actId="20577"/>
              <pc2:cmMkLst xmlns:pc2="http://schemas.microsoft.com/office/powerpoint/2019/9/main/command">
                <pc:docMk/>
                <pc:sldMk cId="1424150488" sldId="283"/>
                <pc2:cmMk id="{31A9B25E-B91C-4477-9B2C-1EC0B73C31B0}"/>
              </pc2:cmMkLst>
            </pc226:cmChg>
          </p:ext>
        </pc:extLst>
      </pc:sldChg>
      <pc:sldChg chg="addSp modSp mod">
        <pc:chgData name="Zad Abou-Jaoude" userId="c3f33ae0-34c3-43cb-b9bd-d8041c9be236" providerId="ADAL" clId="{5E9CF880-C2D6-4223-8EBD-C9CC3CA673DD}" dt="2025-11-02T17:08:59.730" v="140" actId="1076"/>
        <pc:sldMkLst>
          <pc:docMk/>
          <pc:sldMk cId="1526006032" sldId="290"/>
        </pc:sldMkLst>
        <pc:picChg chg="add mod">
          <ac:chgData name="Zad Abou-Jaoude" userId="c3f33ae0-34c3-43cb-b9bd-d8041c9be236" providerId="ADAL" clId="{5E9CF880-C2D6-4223-8EBD-C9CC3CA673DD}" dt="2025-11-02T17:08:59.730" v="140" actId="1076"/>
          <ac:picMkLst>
            <pc:docMk/>
            <pc:sldMk cId="1526006032" sldId="290"/>
            <ac:picMk id="2" creationId="{1815B3C0-6B13-C3FD-A3F7-53E509B360D2}"/>
          </ac:picMkLst>
        </pc:picChg>
        <pc:picChg chg="mod">
          <ac:chgData name="Zad Abou-Jaoude" userId="c3f33ae0-34c3-43cb-b9bd-d8041c9be236" providerId="ADAL" clId="{5E9CF880-C2D6-4223-8EBD-C9CC3CA673DD}" dt="2025-11-02T17:08:27.388" v="137" actId="1076"/>
          <ac:picMkLst>
            <pc:docMk/>
            <pc:sldMk cId="1526006032" sldId="290"/>
            <ac:picMk id="4" creationId="{F28CB7C3-6A24-D04A-5E44-762164008292}"/>
          </ac:picMkLst>
        </pc:picChg>
      </pc:sldChg>
      <pc:sldChg chg="addSp delSp modSp mod">
        <pc:chgData name="Zad Abou-Jaoude" userId="c3f33ae0-34c3-43cb-b9bd-d8041c9be236" providerId="ADAL" clId="{5E9CF880-C2D6-4223-8EBD-C9CC3CA673DD}" dt="2025-11-02T17:01:25.419" v="87" actId="732"/>
        <pc:sldMkLst>
          <pc:docMk/>
          <pc:sldMk cId="2698284680" sldId="292"/>
        </pc:sldMkLst>
        <pc:picChg chg="add mod modCrop">
          <ac:chgData name="Zad Abou-Jaoude" userId="c3f33ae0-34c3-43cb-b9bd-d8041c9be236" providerId="ADAL" clId="{5E9CF880-C2D6-4223-8EBD-C9CC3CA673DD}" dt="2025-11-02T17:01:25.419" v="87" actId="732"/>
          <ac:picMkLst>
            <pc:docMk/>
            <pc:sldMk cId="2698284680" sldId="292"/>
            <ac:picMk id="3" creationId="{6EE45028-F183-309A-38E0-765A19B0F246}"/>
          </ac:picMkLst>
        </pc:picChg>
      </pc:sldChg>
      <pc:sldChg chg="addSp delSp modSp add mod">
        <pc:chgData name="Zad Abou-Jaoude" userId="c3f33ae0-34c3-43cb-b9bd-d8041c9be236" providerId="ADAL" clId="{5E9CF880-C2D6-4223-8EBD-C9CC3CA673DD}" dt="2025-11-02T17:08:08.390" v="135" actId="1076"/>
        <pc:sldMkLst>
          <pc:docMk/>
          <pc:sldMk cId="1947422381" sldId="295"/>
        </pc:sldMkLst>
        <pc:spChg chg="mod">
          <ac:chgData name="Zad Abou-Jaoude" userId="c3f33ae0-34c3-43cb-b9bd-d8041c9be236" providerId="ADAL" clId="{5E9CF880-C2D6-4223-8EBD-C9CC3CA673DD}" dt="2025-11-02T17:04:45.041" v="112" actId="20577"/>
          <ac:spMkLst>
            <pc:docMk/>
            <pc:sldMk cId="1947422381" sldId="295"/>
            <ac:spMk id="5" creationId="{E212EB05-9D21-293A-111C-97819CF3AD84}"/>
          </ac:spMkLst>
        </pc:spChg>
        <pc:spChg chg="mod">
          <ac:chgData name="Zad Abou-Jaoude" userId="c3f33ae0-34c3-43cb-b9bd-d8041c9be236" providerId="ADAL" clId="{5E9CF880-C2D6-4223-8EBD-C9CC3CA673DD}" dt="2025-11-02T17:04:50.400" v="122" actId="20577"/>
          <ac:spMkLst>
            <pc:docMk/>
            <pc:sldMk cId="1947422381" sldId="295"/>
            <ac:spMk id="7" creationId="{CE7042DC-68BC-E4A6-6F2B-A187881FB1FB}"/>
          </ac:spMkLst>
        </pc:spChg>
        <pc:picChg chg="add mod">
          <ac:chgData name="Zad Abou-Jaoude" userId="c3f33ae0-34c3-43cb-b9bd-d8041c9be236" providerId="ADAL" clId="{5E9CF880-C2D6-4223-8EBD-C9CC3CA673DD}" dt="2025-11-02T17:08:08.390" v="135" actId="1076"/>
          <ac:picMkLst>
            <pc:docMk/>
            <pc:sldMk cId="1947422381" sldId="295"/>
            <ac:picMk id="8" creationId="{1555C682-BAFC-442A-38FD-8A3624258C20}"/>
          </ac:picMkLst>
        </pc:picChg>
      </pc:sldChg>
    </pc:docChg>
  </pc:docChgLst>
  <pc:docChgLst>
    <pc:chgData name="Sidy Thiaw" userId="S::sidy.thiaw@etu.univ-smb.fr::3f896d6d-6d11-4f26-a8ab-d06947f03d3c" providerId="AD" clId="Web-{A7884AC5-63C1-2BD0-EC96-F77B7FF936C3}"/>
    <pc:docChg chg="mod addSld modSld">
      <pc:chgData name="Sidy Thiaw" userId="S::sidy.thiaw@etu.univ-smb.fr::3f896d6d-6d11-4f26-a8ab-d06947f03d3c" providerId="AD" clId="Web-{A7884AC5-63C1-2BD0-EC96-F77B7FF936C3}" dt="2025-11-02T03:57:43.094" v="297"/>
      <pc:docMkLst>
        <pc:docMk/>
      </pc:docMkLst>
      <pc:sldChg chg="modSp">
        <pc:chgData name="Sidy Thiaw" userId="S::sidy.thiaw@etu.univ-smb.fr::3f896d6d-6d11-4f26-a8ab-d06947f03d3c" providerId="AD" clId="Web-{A7884AC5-63C1-2BD0-EC96-F77B7FF936C3}" dt="2025-11-02T03:50:03.150" v="230" actId="20577"/>
        <pc:sldMkLst>
          <pc:docMk/>
          <pc:sldMk cId="1424150488" sldId="283"/>
        </pc:sldMkLst>
        <pc:spChg chg="mod">
          <ac:chgData name="Sidy Thiaw" userId="S::sidy.thiaw@etu.univ-smb.fr::3f896d6d-6d11-4f26-a8ab-d06947f03d3c" providerId="AD" clId="Web-{A7884AC5-63C1-2BD0-EC96-F77B7FF936C3}" dt="2025-11-02T03:50:03.150" v="230" actId="20577"/>
          <ac:spMkLst>
            <pc:docMk/>
            <pc:sldMk cId="1424150488" sldId="283"/>
            <ac:spMk id="3" creationId="{1FD6E882-56CF-54F1-9776-E617B012D290}"/>
          </ac:spMkLst>
        </pc:spChg>
      </pc:sldChg>
      <pc:sldChg chg="addSp delSp modSp mod setBg addAnim modAnim">
        <pc:chgData name="Sidy Thiaw" userId="S::sidy.thiaw@etu.univ-smb.fr::3f896d6d-6d11-4f26-a8ab-d06947f03d3c" providerId="AD" clId="Web-{A7884AC5-63C1-2BD0-EC96-F77B7FF936C3}" dt="2025-11-02T03:57:43.094" v="297"/>
        <pc:sldMkLst>
          <pc:docMk/>
          <pc:sldMk cId="3823838768" sldId="288"/>
        </pc:sldMkLst>
        <pc:spChg chg="add del mod">
          <ac:chgData name="Sidy Thiaw" userId="S::sidy.thiaw@etu.univ-smb.fr::3f896d6d-6d11-4f26-a8ab-d06947f03d3c" providerId="AD" clId="Web-{A7884AC5-63C1-2BD0-EC96-F77B7FF936C3}" dt="2025-11-02T03:51:47.606" v="259" actId="20577"/>
          <ac:spMkLst>
            <pc:docMk/>
            <pc:sldMk cId="3823838768" sldId="288"/>
            <ac:spMk id="4" creationId="{C98DD86E-8D14-D3F0-33A2-DC531BF2258D}"/>
          </ac:spMkLst>
        </pc:spChg>
        <pc:spChg chg="mod ord">
          <ac:chgData name="Sidy Thiaw" userId="S::sidy.thiaw@etu.univ-smb.fr::3f896d6d-6d11-4f26-a8ab-d06947f03d3c" providerId="AD" clId="Web-{A7884AC5-63C1-2BD0-EC96-F77B7FF936C3}" dt="2025-11-02T03:43:23.500" v="165"/>
          <ac:spMkLst>
            <pc:docMk/>
            <pc:sldMk cId="3823838768" sldId="288"/>
            <ac:spMk id="5" creationId="{DB95C8FD-89DB-FDD9-2D58-F4F4F1BD7F1E}"/>
          </ac:spMkLst>
        </pc:spChg>
        <pc:spChg chg="mod">
          <ac:chgData name="Sidy Thiaw" userId="S::sidy.thiaw@etu.univ-smb.fr::3f896d6d-6d11-4f26-a8ab-d06947f03d3c" providerId="AD" clId="Web-{A7884AC5-63C1-2BD0-EC96-F77B7FF936C3}" dt="2025-11-02T03:43:23.500" v="165"/>
          <ac:spMkLst>
            <pc:docMk/>
            <pc:sldMk cId="3823838768" sldId="288"/>
            <ac:spMk id="7" creationId="{E5215001-234D-4F24-EBA8-EC2DFB3BA9C2}"/>
          </ac:spMkLst>
        </pc:spChg>
        <pc:picChg chg="add mod">
          <ac:chgData name="Sidy Thiaw" userId="S::sidy.thiaw@etu.univ-smb.fr::3f896d6d-6d11-4f26-a8ab-d06947f03d3c" providerId="AD" clId="Web-{A7884AC5-63C1-2BD0-EC96-F77B7FF936C3}" dt="2025-11-02T03:50:30.651" v="236" actId="1076"/>
          <ac:picMkLst>
            <pc:docMk/>
            <pc:sldMk cId="3823838768" sldId="288"/>
            <ac:picMk id="3" creationId="{343A0CD4-443D-3D24-F230-322B71CF5DBC}"/>
          </ac:picMkLst>
        </pc:picChg>
        <pc:picChg chg="add mod">
          <ac:chgData name="Sidy Thiaw" userId="S::sidy.thiaw@etu.univ-smb.fr::3f896d6d-6d11-4f26-a8ab-d06947f03d3c" providerId="AD" clId="Web-{A7884AC5-63C1-2BD0-EC96-F77B7FF936C3}" dt="2025-11-02T03:56:54.594" v="294" actId="1076"/>
          <ac:picMkLst>
            <pc:docMk/>
            <pc:sldMk cId="3823838768" sldId="288"/>
            <ac:picMk id="6" creationId="{507598ED-A90A-5F23-80BB-7DBEAC02660E}"/>
          </ac:picMkLst>
        </pc:picChg>
      </pc:sldChg>
      <pc:sldChg chg="addSp delSp modSp add replId">
        <pc:chgData name="Sidy Thiaw" userId="S::sidy.thiaw@etu.univ-smb.fr::3f896d6d-6d11-4f26-a8ab-d06947f03d3c" providerId="AD" clId="Web-{A7884AC5-63C1-2BD0-EC96-F77B7FF936C3}" dt="2025-11-02T03:54:16.952" v="287" actId="20577"/>
        <pc:sldMkLst>
          <pc:docMk/>
          <pc:sldMk cId="2698284680" sldId="292"/>
        </pc:sldMkLst>
        <pc:spChg chg="mod">
          <ac:chgData name="Sidy Thiaw" userId="S::sidy.thiaw@etu.univ-smb.fr::3f896d6d-6d11-4f26-a8ab-d06947f03d3c" providerId="AD" clId="Web-{A7884AC5-63C1-2BD0-EC96-F77B7FF936C3}" dt="2025-11-02T03:54:16.952" v="287" actId="20577"/>
          <ac:spMkLst>
            <pc:docMk/>
            <pc:sldMk cId="2698284680" sldId="292"/>
            <ac:spMk id="4" creationId="{E8E37A23-41C2-EAF9-268A-3D3A085A8BAC}"/>
          </ac:spMkLst>
        </pc:spChg>
      </pc:sldChg>
    </pc:docChg>
  </pc:docChgLst>
  <pc:docChgLst>
    <pc:chgData name="Zhonghe Qiao" userId="S::zhonghe.qiao@etu.univ-smb.fr::472d3d76-7dba-4840-b8ac-a2e866428f86" providerId="AD" clId="Web-{3A3A2218-FC10-0B46-5D7C-6DA848B48DE6}"/>
    <pc:docChg chg="modSld">
      <pc:chgData name="Zhonghe Qiao" userId="S::zhonghe.qiao@etu.univ-smb.fr::472d3d76-7dba-4840-b8ac-a2e866428f86" providerId="AD" clId="Web-{3A3A2218-FC10-0B46-5D7C-6DA848B48DE6}" dt="2025-11-01T21:05:42.383" v="22" actId="1076"/>
      <pc:docMkLst>
        <pc:docMk/>
      </pc:docMkLst>
      <pc:sldChg chg="addSp delSp modSp mod setBg">
        <pc:chgData name="Zhonghe Qiao" userId="S::zhonghe.qiao@etu.univ-smb.fr::472d3d76-7dba-4840-b8ac-a2e866428f86" providerId="AD" clId="Web-{3A3A2218-FC10-0B46-5D7C-6DA848B48DE6}" dt="2025-11-01T21:05:42.383" v="22" actId="1076"/>
        <pc:sldMkLst>
          <pc:docMk/>
          <pc:sldMk cId="2595562517" sldId="289"/>
        </pc:sldMkLst>
        <pc:spChg chg="add mod">
          <ac:chgData name="Zhonghe Qiao" userId="S::zhonghe.qiao@etu.univ-smb.fr::472d3d76-7dba-4840-b8ac-a2e866428f86" providerId="AD" clId="Web-{3A3A2218-FC10-0B46-5D7C-6DA848B48DE6}" dt="2025-11-01T21:05:42.383" v="22" actId="1076"/>
          <ac:spMkLst>
            <pc:docMk/>
            <pc:sldMk cId="2595562517" sldId="289"/>
            <ac:spMk id="3" creationId="{B21AA307-9D2F-A0A7-4960-6DB9456050C2}"/>
          </ac:spMkLst>
        </pc:spChg>
        <pc:spChg chg="mod ord">
          <ac:chgData name="Zhonghe Qiao" userId="S::zhonghe.qiao@etu.univ-smb.fr::472d3d76-7dba-4840-b8ac-a2e866428f86" providerId="AD" clId="Web-{3A3A2218-FC10-0B46-5D7C-6DA848B48DE6}" dt="2025-11-01T21:01:20.494" v="2"/>
          <ac:spMkLst>
            <pc:docMk/>
            <pc:sldMk cId="2595562517" sldId="289"/>
            <ac:spMk id="5" creationId="{1D7D6721-7A87-1826-F789-E562A167F37C}"/>
          </ac:spMkLst>
        </pc:spChg>
        <pc:spChg chg="mod ord">
          <ac:chgData name="Zhonghe Qiao" userId="S::zhonghe.qiao@etu.univ-smb.fr::472d3d76-7dba-4840-b8ac-a2e866428f86" providerId="AD" clId="Web-{3A3A2218-FC10-0B46-5D7C-6DA848B48DE6}" dt="2025-11-01T21:01:20.494" v="2"/>
          <ac:spMkLst>
            <pc:docMk/>
            <pc:sldMk cId="2595562517" sldId="289"/>
            <ac:spMk id="7" creationId="{D18F1FEF-2E84-92D3-3755-1E812F94C994}"/>
          </ac:spMkLst>
        </pc:spChg>
      </pc:sldChg>
    </pc:docChg>
  </pc:docChgLst>
</pc:chgInfo>
</file>

<file path=ppt/comments/modernComment_11B_54E2CF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A9B25E-B91C-4477-9B2C-1EC0B73C31B0}" authorId="{B0A3660C-66C1-DEE5-A6B5-C01CD5E5C58D}" created="2025-11-02T03:56:31.6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24150488" sldId="283"/>
      <ac:spMk id="3" creationId="{1FD6E882-56CF-54F1-9776-E617B012D290}"/>
      <ac:txMk cp="31">
        <ac:context len="469" hash="444658854"/>
      </ac:txMk>
    </ac:txMkLst>
    <p188:pos x="8460793" y="1466490"/>
    <p188:replyLst>
      <p188:reply id="{ECFDE829-9264-4F6E-A201-E85D5A88E019}" authorId="{429B196D-971B-6E34-7C9C-AFFEB75118D6}" created="2025-11-02T03:58:08.344">
        <p188:txBody>
          <a:bodyPr/>
          <a:lstStyle/>
          <a:p>
            <a:r>
              <a:rPr lang="en-US"/>
              <a:t>great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5-11-02T04:51:59.061" authorId="{2E6BE547-99B0-759E-9CE8-A5D748F8ED1A}"/>
              </p223:rxn>
            </p223:reactions>
          </p:ext>
        </p188:extLst>
      </p188:reply>
    </p188:replyLst>
    <p188:txBody>
      <a:bodyPr/>
      <a:lstStyle/>
      <a:p>
        <a:r>
          <a:rPr lang="en-US"/>
          <a:t>[@Sidy Thiaw] , Kindly Reduce words and make it one linear.</a:t>
        </a:r>
      </a:p>
    </p188:txBody>
  </p188:cm>
</p188:cmLst>
</file>

<file path=ppt/comments/modernComment_120_E3EB26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C0880F-4FF0-4FB6-B66F-A6787C2D654D}" authorId="{429B196D-971B-6E34-7C9C-AFFEB75118D6}" created="2025-11-02T03:56:12.812">
    <pc:sldMkLst xmlns:pc="http://schemas.microsoft.com/office/powerpoint/2013/main/command">
      <pc:docMk/>
      <pc:sldMk cId="3823838768" sldId="288"/>
    </pc:sldMkLst>
    <p188:replyLst>
      <p188:reply id="{6CDAADFA-42BD-4D5E-AA59-B19AC28384BB}" authorId="{B0A3660C-66C1-DEE5-A6B5-C01CD5E5C58D}" created="2025-11-02T03:57:11.178">
        <p188:txBody>
          <a:bodyPr/>
          <a:lstStyle/>
          <a:p>
            <a:r>
              <a:rPr lang="en-US"/>
              <a:t>No , Bro i am working on Design</a:t>
            </a:r>
          </a:p>
        </p188:txBody>
      </p188:reply>
      <p188:reply id="{B87CA297-6E54-41F5-9C34-9523470E8B8A}" authorId="{B0A3660C-66C1-DEE5-A6B5-C01CD5E5C58D}" created="2025-11-02T03:57:25.162">
        <p188:txBody>
          <a:bodyPr/>
          <a:lstStyle/>
          <a:p>
            <a:r>
              <a:rPr lang="en-US"/>
              <a:t>and you, dont sleeping</a:t>
            </a:r>
          </a:p>
        </p188:txBody>
      </p188:reply>
    </p188:replyLst>
    <p188:txBody>
      <a:bodyPr/>
      <a:lstStyle/>
      <a:p>
        <a:r>
          <a:rPr lang="en-US"/>
          <a:t>hello bro you don't sleep lol</a:t>
        </a:r>
      </a:p>
    </p188:txBody>
  </p188:cm>
</p188:cmLst>
</file>

<file path=ppt/comments/modernComment_123_CCDEC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3C9C64-E955-4FEC-934B-52B19EA3C098}" authorId="{B0A3660C-66C1-DEE5-A6B5-C01CD5E5C58D}" created="2025-11-02T03:58:22.3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22000" sldId="291"/>
      <ac:picMk id="2" creationId="{BF1A0C1B-10B8-0716-40FE-E1FC8B04B99B}"/>
    </ac:deMkLst>
    <p188:replyLst>
      <p188:reply id="{13D89A9D-D547-4935-AE46-D2370D050AC3}" authorId="{B0A3660C-66C1-DEE5-A6B5-C01CD5E5C58D}" created="2025-11-02T03:58:42.781">
        <p188:txBody>
          <a:bodyPr/>
          <a:lstStyle/>
          <a:p>
            <a:r>
              <a:rPr lang="en-US"/>
              <a:t>[@Papa-Madiara Sene] </a:t>
            </a:r>
          </a:p>
        </p188:txBody>
      </p188:reply>
      <p188:reply id="{71B869D6-0F2A-4BEE-86B6-194D405F3BD4}" authorId="{2E6BE547-99B0-759E-9CE8-A5D748F8ED1A}" created="2025-11-02T05:09:49.115">
        <p188:txBody>
          <a:bodyPr/>
          <a:lstStyle/>
          <a:p>
            <a:r>
              <a:rPr lang="en-US"/>
              <a:t>Properly  give the name title for the numbering which is week in this case.  </a:t>
            </a:r>
          </a:p>
        </p188:txBody>
      </p188:reply>
    </p188:replyLst>
    <p188:txBody>
      <a:bodyPr/>
      <a:lstStyle/>
      <a:p>
        <a:r>
          <a:rPr lang="en-US"/>
          <a:t>This Chart is not Visible, make it in two parts.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B_54E2CFD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20_E3EB26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23_CCDEC7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136051" y="5114897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By</a:t>
            </a:r>
          </a:p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ROBO-UN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C5791-84A4-D40C-705E-FF462CE1D6C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>
              <a:solidFill>
                <a:schemeClr val="bg1"/>
              </a:solidFill>
              <a:ea typeface="Source Sans Pr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EE9371-3AD5-004A-E9AA-9F24DED9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0" y="153837"/>
            <a:ext cx="2267912" cy="7677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13B307-9DA7-4117-AAFE-35EEC160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95" y="137544"/>
            <a:ext cx="2662458" cy="767751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5392FE-9E51-7DFD-F849-89C0F82FC7FD}"/>
              </a:ext>
            </a:extLst>
          </p:cNvPr>
          <p:cNvSpPr txBox="1">
            <a:spLocks/>
          </p:cNvSpPr>
          <p:nvPr/>
        </p:nvSpPr>
        <p:spPr>
          <a:xfrm>
            <a:off x="8498866" y="7461283"/>
            <a:ext cx="1960461" cy="4457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2000" b="1">
                <a:ln w="41275"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Page-01</a:t>
            </a:r>
          </a:p>
          <a:p>
            <a:pPr algn="l">
              <a:lnSpc>
                <a:spcPct val="75000"/>
              </a:lnSpc>
            </a:pPr>
            <a:endParaRPr lang="en-US" sz="8000">
              <a:ln w="41275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1CE8C-C427-9A7D-71F2-F89E8418732D}"/>
              </a:ext>
            </a:extLst>
          </p:cNvPr>
          <p:cNvSpPr txBox="1"/>
          <p:nvPr/>
        </p:nvSpPr>
        <p:spPr>
          <a:xfrm>
            <a:off x="127942" y="1108662"/>
            <a:ext cx="3230768" cy="4010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  <a:ea typeface="Source Sans Pro"/>
              </a:rPr>
              <a:t>Monday, 03 Nov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6F006-75FC-F893-9D41-86E6B6722A45}"/>
              </a:ext>
            </a:extLst>
          </p:cNvPr>
          <p:cNvSpPr/>
          <p:nvPr/>
        </p:nvSpPr>
        <p:spPr>
          <a:xfrm>
            <a:off x="11279" y="2677126"/>
            <a:ext cx="10063379" cy="1633543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PROJ703/ PROJ903 International Challenge Project “</a:t>
            </a:r>
            <a:r>
              <a:rPr lang="en-US" sz="4000" err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Eurobot</a:t>
            </a:r>
            <a:r>
              <a:rPr lang="en-US" sz="400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”</a:t>
            </a:r>
          </a:p>
          <a:p>
            <a:pPr algn="ctr"/>
            <a:endParaRPr lang="en-US" sz="2000">
              <a:ea typeface="Source Sans Pro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AEE5F1C-16CC-CED4-16A3-6CC3B51E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06" y="834216"/>
            <a:ext cx="1875341" cy="16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F7AEB-6C9E-5B79-D18E-D6709FFB6C6A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02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889B9-DD29-0AA0-B00C-66E3D7826C72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TABLE OF CONTENTS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55D7A-DA90-D29B-A864-A9DEB2172C48}"/>
              </a:ext>
            </a:extLst>
          </p:cNvPr>
          <p:cNvSpPr/>
          <p:nvPr/>
        </p:nvSpPr>
        <p:spPr>
          <a:xfrm>
            <a:off x="929220" y="1380010"/>
            <a:ext cx="8193042" cy="527028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Progress Report -03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Simulation -04+05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Design -06-&gt;08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Strategies -09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Project Management -10+11</a:t>
            </a:r>
          </a:p>
        </p:txBody>
      </p:sp>
    </p:spTree>
    <p:extLst>
      <p:ext uri="{BB962C8B-B14F-4D97-AF65-F5344CB8AC3E}">
        <p14:creationId xmlns:p14="http://schemas.microsoft.com/office/powerpoint/2010/main" val="194372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C899-62AC-210D-D2A9-104873F5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41BCD2-D53E-C811-9079-C42D68B28F70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03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DEF3A-CFD0-889C-169D-679F8055EAA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PROGRESS REPORT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FD6E882-56CF-54F1-9776-E617B012D290}"/>
              </a:ext>
            </a:extLst>
          </p:cNvPr>
          <p:cNvSpPr txBox="1"/>
          <p:nvPr/>
        </p:nvSpPr>
        <p:spPr>
          <a:xfrm>
            <a:off x="650322" y="1810136"/>
            <a:ext cx="8750838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What we have done: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Simulation: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Improvements to camera and crates.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Design: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Robot Case and Dribbler Design.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Strategies: 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Flowchart, 2D engine.</a:t>
            </a: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What we have to do for next session: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Simulation: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Crates identification, gripper implementation and strategies simulation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Design: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Assemble Design Elements, and design other needed components and 3D printing.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Strategies: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Start simulating strategies on 2D engine, refine flowchart.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Components: </a:t>
            </a:r>
            <a:r>
              <a:rPr lang="en-US" sz="2400">
                <a:latin typeface="Times New Roman"/>
                <a:ea typeface="Source Sans Pro"/>
                <a:cs typeface="Times New Roman"/>
              </a:rPr>
              <a:t>Finalize list and send to professors.</a:t>
            </a:r>
          </a:p>
        </p:txBody>
      </p:sp>
    </p:spTree>
    <p:extLst>
      <p:ext uri="{BB962C8B-B14F-4D97-AF65-F5344CB8AC3E}">
        <p14:creationId xmlns:p14="http://schemas.microsoft.com/office/powerpoint/2010/main" val="14241504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F68D-056A-ACE1-8ABC-F3468C4E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95C8FD-89DB-FDD9-2D58-F4F4F1BD7F1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04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15001-234D-4F24-EBA8-EC2DFB3BA9C2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SIMULATION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3A0CD4-443D-3D24-F230-322B71CF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34" y="2205704"/>
            <a:ext cx="9700428" cy="472946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8DD86E-8D14-D3F0-33A2-DC531BF2258D}"/>
              </a:ext>
            </a:extLst>
          </p:cNvPr>
          <p:cNvSpPr/>
          <p:nvPr/>
        </p:nvSpPr>
        <p:spPr>
          <a:xfrm>
            <a:off x="3569914" y="1330200"/>
            <a:ext cx="2946217" cy="604352"/>
          </a:xfrm>
          <a:prstGeom prst="round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Playmat updating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598ED-A90A-5F23-80BB-7DBEAC026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656" y="2204254"/>
            <a:ext cx="7614579" cy="473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EC75-7E14-60EC-491C-AE1C9C80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6B1206-45AE-FB3F-6A68-CC7A19981794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05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549A7-BBD1-6127-1589-9AA6EBCBDC3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SIMULATION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E37A23-41C2-EAF9-268A-3D3A085A8BAC}"/>
              </a:ext>
            </a:extLst>
          </p:cNvPr>
          <p:cNvSpPr/>
          <p:nvPr/>
        </p:nvSpPr>
        <p:spPr>
          <a:xfrm>
            <a:off x="3556627" y="1011333"/>
            <a:ext cx="2946217" cy="604352"/>
          </a:xfrm>
          <a:prstGeom prst="round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OpenCV screen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6EE45028-F183-309A-38E0-765A19B0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88" t="3119" r="15921" b="35378"/>
          <a:stretch>
            <a:fillRect/>
          </a:stretch>
        </p:blipFill>
        <p:spPr>
          <a:xfrm>
            <a:off x="2062976" y="1895707"/>
            <a:ext cx="5977053" cy="48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8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39C7-BA70-B5AB-1043-841303B6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7D6721-7A87-1826-F789-E562A167F37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06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F1FEF-2E84-92D3-3755-1E812F94C994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CAD Modelling – Dribbler Design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1AA307-9D2F-A0A7-4960-6DB9456050C2}"/>
              </a:ext>
            </a:extLst>
          </p:cNvPr>
          <p:cNvSpPr txBox="1"/>
          <p:nvPr/>
        </p:nvSpPr>
        <p:spPr>
          <a:xfrm>
            <a:off x="6485468" y="1288922"/>
            <a:ext cx="3437465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Times New Roman"/>
                <a:ea typeface="+mn-lt"/>
                <a:cs typeface="Times New Roman"/>
              </a:rPr>
              <a:t>Rack and Pinon Mechanism for holding the crates:</a:t>
            </a:r>
            <a:endParaRPr lang="en-US" altLang="zh-CN" sz="2400" b="1">
              <a:latin typeface="Times New Roman"/>
              <a:ea typeface="+mn-lt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zh-CN" sz="2400" b="1">
                <a:latin typeface="Times New Roman"/>
                <a:ea typeface="+mn-lt"/>
                <a:cs typeface="Times New Roman"/>
              </a:rPr>
              <a:t>Simple  for controlling</a:t>
            </a:r>
          </a:p>
          <a:p>
            <a:pPr marL="342900" indent="-342900">
              <a:buFontTx/>
              <a:buChar char="-"/>
            </a:pPr>
            <a:r>
              <a:rPr lang="en-US" altLang="zh-CN" sz="2400" b="1">
                <a:latin typeface="Times New Roman"/>
                <a:ea typeface="+mn-lt"/>
                <a:cs typeface="Times New Roman"/>
              </a:rPr>
              <a:t>Simple to implement</a:t>
            </a:r>
          </a:p>
          <a:p>
            <a:pPr marL="342900" indent="-342900">
              <a:buFontTx/>
              <a:buChar char="-"/>
            </a:pPr>
            <a:r>
              <a:rPr lang="en-US" altLang="zh-CN" sz="2400" b="1">
                <a:latin typeface="Times New Roman"/>
                <a:ea typeface="+mn-lt"/>
                <a:cs typeface="Times New Roman"/>
              </a:rPr>
              <a:t>Less power load</a:t>
            </a:r>
          </a:p>
          <a:p>
            <a:pPr marL="342900" indent="-342900">
              <a:buFontTx/>
              <a:buChar char="-"/>
            </a:pPr>
            <a:endParaRPr lang="zh-CN" sz="2000"/>
          </a:p>
          <a:p>
            <a:pPr algn="l"/>
            <a:endParaRPr lang="zh-CN" altLang="en-US" sz="200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556BBB0D-0C95-E848-9DF0-C85401C2E75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7167431"/>
                  </p:ext>
                </p:extLst>
              </p:nvPr>
            </p:nvGraphicFramePr>
            <p:xfrm>
              <a:off x="320220" y="1715329"/>
              <a:ext cx="6505423" cy="37813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505423" cy="3781338"/>
                    </a:xfrm>
                    <a:prstGeom prst="rect">
                      <a:avLst/>
                    </a:prstGeom>
                  </am3d:spPr>
                  <am3d:camera>
                    <am3d:pos x="0" y="0" z="562525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4758" d="1000000"/>
                    <am3d:preTrans dx="-11916718" dy="-2685934" dz="-2005731"/>
                    <am3d:scale>
                      <am3d:sx n="1000000" d="1000000"/>
                      <am3d:sy n="1000000" d="1000000"/>
                      <am3d:sz n="1000000" d="1000000"/>
                    </am3d:scale>
                    <am3d:rot ax="7195518" ay="85206" az="-14819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49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556BBB0D-0C95-E848-9DF0-C85401C2E7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220" y="1715329"/>
                <a:ext cx="6505423" cy="378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556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E4B4-2C0C-68C7-CBE8-1F8DDA59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1CDAD2-A415-4E34-88F1-DDC188FF694D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07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D9D74-188C-BF22-DED0-6285C51838ED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CAD Modelling- Dribbler Functioning Mechanism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96AD23-CEE2-7F17-B541-124BB4E15E8D}"/>
              </a:ext>
            </a:extLst>
          </p:cNvPr>
          <p:cNvSpPr txBox="1"/>
          <p:nvPr/>
        </p:nvSpPr>
        <p:spPr>
          <a:xfrm>
            <a:off x="6485468" y="1288922"/>
            <a:ext cx="32173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 b="1"/>
              <a:t>Source: SolidWorks</a:t>
            </a:r>
            <a:endParaRPr lang="zh-CN" sz="2000" b="1"/>
          </a:p>
          <a:p>
            <a:pPr algn="l"/>
            <a:endParaRPr lang="zh-CN" altLang="en-US" sz="2000"/>
          </a:p>
        </p:txBody>
      </p:sp>
      <p:pic>
        <p:nvPicPr>
          <p:cNvPr id="2" name="Drib_Assem_02">
            <a:hlinkClick r:id="" action="ppaction://media"/>
            <a:extLst>
              <a:ext uri="{FF2B5EF4-FFF2-40B4-BE49-F238E27FC236}">
                <a16:creationId xmlns:a16="http://schemas.microsoft.com/office/drawing/2014/main" id="{0233287E-C4D7-44AA-7A13-3EB0C5B717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693334"/>
            <a:ext cx="10058400" cy="45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3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E868-CE7B-2E5B-5791-C3542BC5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99C86C-DF68-F85B-52FB-AB1AD834D542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08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20BBD-5FE6-D84F-4F1C-FB5F6FD02420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CAD Modelling-  Robot Case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587584-235E-560B-6BFE-972043AF03DD}"/>
              </a:ext>
            </a:extLst>
          </p:cNvPr>
          <p:cNvSpPr txBox="1"/>
          <p:nvPr/>
        </p:nvSpPr>
        <p:spPr>
          <a:xfrm>
            <a:off x="218508" y="1955346"/>
            <a:ext cx="2757197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Aluminum Profiles </a:t>
            </a:r>
            <a:b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Wheels</a:t>
            </a:r>
          </a:p>
          <a:p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B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ase plate</a:t>
            </a:r>
            <a:endParaRPr lang="zh-CN" altLang="en-US" sz="240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G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uard plate</a:t>
            </a:r>
          </a:p>
          <a:p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A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xle</a:t>
            </a:r>
          </a:p>
          <a:p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M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otor </a:t>
            </a:r>
            <a:endParaRPr lang="zh-CN" altLang="en-US" sz="240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-M</a:t>
            </a:r>
            <a:r>
              <a:rPr lang="zh-CN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otor mount</a:t>
            </a:r>
            <a:endParaRPr 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CN" alt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AAE15D-CE0E-3756-ECE7-5C6FAE50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2" t="4731" r="6308" b="3481"/>
          <a:stretch>
            <a:fillRect/>
          </a:stretch>
        </p:blipFill>
        <p:spPr>
          <a:xfrm>
            <a:off x="3217334" y="2726268"/>
            <a:ext cx="6834150" cy="443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1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42B1-8D51-B460-D397-0760D0C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12EB05-9D21-293A-111C-97819CF3AD84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09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42DC-68BC-E4A6-6F2B-A187881FB1F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STRATEGIES</a:t>
            </a:r>
          </a:p>
        </p:txBody>
      </p:sp>
      <p:pic>
        <p:nvPicPr>
          <p:cNvPr id="8" name="Image 7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1555C682-BAFC-442A-38FD-8A3624258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422" y="1252031"/>
            <a:ext cx="5515556" cy="519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2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4184DC-30C3-7FC5-D76B-372A1426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8DFCA6-8614-D3F0-38DA-DC6CA75800C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D749BD-1F89-0F79-95D7-1BC8AAB30002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10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AE0D4-D7EB-4CCA-5089-F958075ED051}"/>
              </a:ext>
            </a:extLst>
          </p:cNvPr>
          <p:cNvSpPr txBox="1"/>
          <p:nvPr/>
        </p:nvSpPr>
        <p:spPr>
          <a:xfrm>
            <a:off x="55740" y="947598"/>
            <a:ext cx="99404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ea typeface="Source Sans Pro"/>
              </a:rPr>
              <a:t>GANTT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04E2E-5EFC-DD86-DBB0-F9FEFE805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4515"/>
            <a:ext cx="10053042" cy="278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20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08BC-3638-058C-671E-F5A923F9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474C4E-CC3D-3E77-9E17-ECF085408E6F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- 11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B79B7-110B-B342-5983-884AFA5FB6F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938B-7085-2D29-1BF6-5BE96DE37C3C}"/>
              </a:ext>
            </a:extLst>
          </p:cNvPr>
          <p:cNvSpPr txBox="1"/>
          <p:nvPr/>
        </p:nvSpPr>
        <p:spPr>
          <a:xfrm>
            <a:off x="55740" y="947598"/>
            <a:ext cx="99404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ea typeface="Source Sans Pro"/>
              </a:rPr>
              <a:t>GANTT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CB7C3-6A24-D04A-5E44-762164008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" y="2776655"/>
            <a:ext cx="10053042" cy="2543518"/>
          </a:xfrm>
          <a:prstGeom prst="rect">
            <a:avLst/>
          </a:prstGeo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815B3C0-6B13-C3FD-A3F7-53E509B36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808"/>
          <a:stretch>
            <a:fillRect/>
          </a:stretch>
        </p:blipFill>
        <p:spPr>
          <a:xfrm>
            <a:off x="-1559" y="2484239"/>
            <a:ext cx="10053042" cy="29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0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ac_SD_v5" id="{40E6E9B9-CF4E-4464-9D2D-205DF6E23046}" vid="{7D5F2785-6683-478C-8695-7A8F820B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651AF-9BEE-4840-8A44-08686736E903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1" ma:contentTypeDescription="Create a new document." ma:contentTypeScope="" ma:versionID="16051568480f1871e8565a798d76071b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36c4cc5df019cb009282ab347c194c9b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AFD841-9385-4F7E-A5A9-AECA7F588967}">
  <ds:schemaRefs>
    <ds:schemaRef ds:uri="6362ed64-5462-414c-9803-0603109fd2d2"/>
    <ds:schemaRef ds:uri="d130cb11-9037-4762-b78b-51c9d498595d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1D676D5-91E3-4621-859D-BFBE42CCCD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F1DDE2-779E-4030-BCAB-89A20BBC478F}">
  <ds:schemaRefs>
    <ds:schemaRef ds:uri="6362ed64-5462-414c-9803-0603109fd2d2"/>
    <ds:schemaRef ds:uri="d130cb11-9037-4762-b78b-51c9d4985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21e9783-d0a0-48f8-850e-0b081b46d788}" enabled="0" method="" siteId="{e21e9783-d0a0-48f8-850e-0b081b46d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TotalTime>0</TotalTime>
  <Words>269</Words>
  <Application>Microsoft Office PowerPoint</Application>
  <PresentationFormat>Custom</PresentationFormat>
  <Paragraphs>55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Berlin Sans FB Demi</vt:lpstr>
      <vt:lpstr>Calibri</vt:lpstr>
      <vt:lpstr>Source Sans Pro</vt:lpstr>
      <vt:lpstr>Times New Roman</vt:lpstr>
      <vt:lpstr>Office Theme</vt:lpstr>
      <vt:lpstr>Cover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</dc:title>
  <dc:creator>Samsaam Ali Baig</dc:creator>
  <cp:lastModifiedBy>Samsaam-Ali Baig</cp:lastModifiedBy>
  <cp:revision>1</cp:revision>
  <dcterms:created xsi:type="dcterms:W3CDTF">2025-02-25T07:51:29Z</dcterms:created>
  <dcterms:modified xsi:type="dcterms:W3CDTF">2025-11-04T10:05:25Z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