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1" r:id="rId5"/>
    <p:sldId id="282" r:id="rId6"/>
    <p:sldId id="283" r:id="rId7"/>
    <p:sldId id="288" r:id="rId8"/>
    <p:sldId id="289" r:id="rId9"/>
    <p:sldId id="286" r:id="rId10"/>
    <p:sldId id="291" r:id="rId11"/>
    <p:sldId id="290" r:id="rId12"/>
  </p:sldIdLst>
  <p:sldSz cx="10058400" cy="7772400"/>
  <p:notesSz cx="6858000" cy="91440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EBFEAC-2E5A-D3CA-2BA9-02B44C1045DD}" v="1" dt="2025-10-22T15:23:45.119"/>
    <p1510:client id="{391A00A3-8066-0C95-83DE-27FC02B2FFF5}" v="41" dt="2025-10-22T15:28:13.227"/>
    <p1510:client id="{90638082-CA74-BF6F-8A9A-FD08AFEB58BE}" v="83" dt="2025-10-22T13:59:47.870"/>
    <p1510:client id="{A97CA826-97EF-F6AF-09A3-F928EED832CA}" v="612" dt="2025-10-22T13:59:03.910"/>
    <p1510:client id="{AA30CE7E-0682-E85F-F09A-80E1FF7662FE}" v="16" dt="2025-10-22T15:06:35.935"/>
    <p1510:client id="{B2A02424-99B2-A0FA-8627-0534223AEA25}" v="118" dt="2025-10-22T16:24:19.633"/>
    <p1510:client id="{BA5A939F-8583-413E-184B-A805961C6DA7}" v="46" dt="2025-10-22T15:06:13.570"/>
    <p1510:client id="{C96DF70C-5D78-2193-A83E-05BB51925380}" v="612" dt="2025-10-22T14:59:53.604"/>
    <p1510:client id="{DE1AC50C-6692-CDA3-998A-328B1AAC29B0}" v="57" dt="2025-10-22T22:01:49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aam-Ali Baig" userId="S::samsaam-ali.baig@etu.univ-smb.fr::e774e39e-b71f-495a-b2c4-4031f2c15ea7" providerId="AD" clId="Web-{DE1AC50C-6692-CDA3-998A-328B1AAC29B0}"/>
    <pc:docChg chg="modSld sldOrd">
      <pc:chgData name="Samsaam-Ali Baig" userId="S::samsaam-ali.baig@etu.univ-smb.fr::e774e39e-b71f-495a-b2c4-4031f2c15ea7" providerId="AD" clId="Web-{DE1AC50C-6692-CDA3-998A-328B1AAC29B0}" dt="2025-10-22T21:59:14.802" v="31" actId="14100"/>
      <pc:docMkLst>
        <pc:docMk/>
      </pc:docMkLst>
      <pc:sldChg chg="modSp">
        <pc:chgData name="Samsaam-Ali Baig" userId="S::samsaam-ali.baig@etu.univ-smb.fr::e774e39e-b71f-495a-b2c4-4031f2c15ea7" providerId="AD" clId="Web-{DE1AC50C-6692-CDA3-998A-328B1AAC29B0}" dt="2025-10-22T21:36:33.326" v="3" actId="20577"/>
        <pc:sldMkLst>
          <pc:docMk/>
          <pc:sldMk cId="1424150488" sldId="283"/>
        </pc:sldMkLst>
        <pc:spChg chg="mod">
          <ac:chgData name="Samsaam-Ali Baig" userId="S::samsaam-ali.baig@etu.univ-smb.fr::e774e39e-b71f-495a-b2c4-4031f2c15ea7" providerId="AD" clId="Web-{DE1AC50C-6692-CDA3-998A-328B1AAC29B0}" dt="2025-10-22T21:36:33.326" v="3" actId="20577"/>
          <ac:spMkLst>
            <pc:docMk/>
            <pc:sldMk cId="1424150488" sldId="283"/>
            <ac:spMk id="3" creationId="{1FD6E882-56CF-54F1-9776-E617B012D290}"/>
          </ac:spMkLst>
        </pc:spChg>
      </pc:sldChg>
      <pc:sldChg chg="modSp">
        <pc:chgData name="Samsaam-Ali Baig" userId="S::samsaam-ali.baig@etu.univ-smb.fr::e774e39e-b71f-495a-b2c4-4031f2c15ea7" providerId="AD" clId="Web-{DE1AC50C-6692-CDA3-998A-328B1AAC29B0}" dt="2025-10-22T21:37:07.686" v="5"/>
        <pc:sldMkLst>
          <pc:docMk/>
          <pc:sldMk cId="283620664" sldId="286"/>
        </pc:sldMkLst>
        <pc:graphicFrameChg chg="mod modGraphic">
          <ac:chgData name="Samsaam-Ali Baig" userId="S::samsaam-ali.baig@etu.univ-smb.fr::e774e39e-b71f-495a-b2c4-4031f2c15ea7" providerId="AD" clId="Web-{DE1AC50C-6692-CDA3-998A-328B1AAC29B0}" dt="2025-10-22T21:37:07.686" v="5"/>
          <ac:graphicFrameMkLst>
            <pc:docMk/>
            <pc:sldMk cId="283620664" sldId="286"/>
            <ac:graphicFrameMk id="3" creationId="{B3ACD1FB-DABE-517F-D8FD-B121BEE5D2FB}"/>
          </ac:graphicFrameMkLst>
        </pc:graphicFrameChg>
      </pc:sldChg>
      <pc:sldChg chg="addSp delSp modSp">
        <pc:chgData name="Samsaam-Ali Baig" userId="S::samsaam-ali.baig@etu.univ-smb.fr::e774e39e-b71f-495a-b2c4-4031f2c15ea7" providerId="AD" clId="Web-{DE1AC50C-6692-CDA3-998A-328B1AAC29B0}" dt="2025-10-22T21:47:48.725" v="23" actId="1076"/>
        <pc:sldMkLst>
          <pc:docMk/>
          <pc:sldMk cId="1526006032" sldId="290"/>
        </pc:sldMkLst>
        <pc:picChg chg="add del mod">
          <ac:chgData name="Samsaam-Ali Baig" userId="S::samsaam-ali.baig@etu.univ-smb.fr::e774e39e-b71f-495a-b2c4-4031f2c15ea7" providerId="AD" clId="Web-{DE1AC50C-6692-CDA3-998A-328B1AAC29B0}" dt="2025-10-22T21:47:37.053" v="19"/>
          <ac:picMkLst>
            <pc:docMk/>
            <pc:sldMk cId="1526006032" sldId="290"/>
            <ac:picMk id="2" creationId="{DE014CDE-1BEB-2BE9-874B-337481369CE2}"/>
          </ac:picMkLst>
        </pc:picChg>
        <pc:picChg chg="del">
          <ac:chgData name="Samsaam-Ali Baig" userId="S::samsaam-ali.baig@etu.univ-smb.fr::e774e39e-b71f-495a-b2c4-4031f2c15ea7" providerId="AD" clId="Web-{DE1AC50C-6692-CDA3-998A-328B1AAC29B0}" dt="2025-10-22T21:45:21.734" v="7"/>
          <ac:picMkLst>
            <pc:docMk/>
            <pc:sldMk cId="1526006032" sldId="290"/>
            <ac:picMk id="3" creationId="{7BE93C61-0380-853D-0CFB-CB17E1240749}"/>
          </ac:picMkLst>
        </pc:picChg>
        <pc:picChg chg="add mod">
          <ac:chgData name="Samsaam-Ali Baig" userId="S::samsaam-ali.baig@etu.univ-smb.fr::e774e39e-b71f-495a-b2c4-4031f2c15ea7" providerId="AD" clId="Web-{DE1AC50C-6692-CDA3-998A-328B1AAC29B0}" dt="2025-10-22T21:47:48.725" v="23" actId="1076"/>
          <ac:picMkLst>
            <pc:docMk/>
            <pc:sldMk cId="1526006032" sldId="290"/>
            <ac:picMk id="4" creationId="{AC8B53B5-FD70-599D-A8AE-F7255A9A94A1}"/>
          </ac:picMkLst>
        </pc:picChg>
      </pc:sldChg>
      <pc:sldChg chg="addSp delSp modSp ord">
        <pc:chgData name="Samsaam-Ali Baig" userId="S::samsaam-ali.baig@etu.univ-smb.fr::e774e39e-b71f-495a-b2c4-4031f2c15ea7" providerId="AD" clId="Web-{DE1AC50C-6692-CDA3-998A-328B1AAC29B0}" dt="2025-10-22T21:59:14.802" v="31" actId="14100"/>
        <pc:sldMkLst>
          <pc:docMk/>
          <pc:sldMk cId="214822000" sldId="291"/>
        </pc:sldMkLst>
        <pc:picChg chg="add mod">
          <ac:chgData name="Samsaam-Ali Baig" userId="S::samsaam-ali.baig@etu.univ-smb.fr::e774e39e-b71f-495a-b2c4-4031f2c15ea7" providerId="AD" clId="Web-{DE1AC50C-6692-CDA3-998A-328B1AAC29B0}" dt="2025-10-22T21:59:14.802" v="31" actId="14100"/>
          <ac:picMkLst>
            <pc:docMk/>
            <pc:sldMk cId="214822000" sldId="291"/>
            <ac:picMk id="2" creationId="{11C3FD1D-8898-07A4-5D8C-A02A9CAEDCE9}"/>
          </ac:picMkLst>
        </pc:picChg>
        <pc:picChg chg="del">
          <ac:chgData name="Samsaam-Ali Baig" userId="S::samsaam-ali.baig@etu.univ-smb.fr::e774e39e-b71f-495a-b2c4-4031f2c15ea7" providerId="AD" clId="Web-{DE1AC50C-6692-CDA3-998A-328B1AAC29B0}" dt="2025-10-22T21:58:30.175" v="24"/>
          <ac:picMkLst>
            <pc:docMk/>
            <pc:sldMk cId="214822000" sldId="291"/>
            <ac:picMk id="15" creationId="{783EC2DD-E20B-026D-2BCC-932122EBD36C}"/>
          </ac:picMkLst>
        </pc:picChg>
      </pc:sldChg>
    </pc:docChg>
  </pc:docChgLst>
  <pc:docChgLst>
    <pc:chgData name="Papa-Madiara Sene" userId="S::papa-madiara.sene@etu.univ-smb.fr::3095c3e5-2e0b-4de2-a5fa-758dccb09853" providerId="AD" clId="Web-{12EBFEAC-2E5A-D3CA-2BA9-02B44C1045DD}"/>
    <pc:docChg chg="addSld">
      <pc:chgData name="Papa-Madiara Sene" userId="S::papa-madiara.sene@etu.univ-smb.fr::3095c3e5-2e0b-4de2-a5fa-758dccb09853" providerId="AD" clId="Web-{12EBFEAC-2E5A-D3CA-2BA9-02B44C1045DD}" dt="2025-10-22T15:23:45.119" v="0"/>
      <pc:docMkLst>
        <pc:docMk/>
      </pc:docMkLst>
      <pc:sldChg chg="new">
        <pc:chgData name="Papa-Madiara Sene" userId="S::papa-madiara.sene@etu.univ-smb.fr::3095c3e5-2e0b-4de2-a5fa-758dccb09853" providerId="AD" clId="Web-{12EBFEAC-2E5A-D3CA-2BA9-02B44C1045DD}" dt="2025-10-22T15:23:45.119" v="0"/>
        <pc:sldMkLst>
          <pc:docMk/>
          <pc:sldMk cId="214822000" sldId="291"/>
        </pc:sldMkLst>
      </pc:sldChg>
    </pc:docChg>
  </pc:docChgLst>
  <pc:docChgLst>
    <pc:chgData name="Zad Abou-Jaoude" userId="S::zad.abou-jaoude@etu.univ-smb.fr::c3f33ae0-34c3-43cb-b9bd-d8041c9be236" providerId="AD" clId="Web-{B2A02424-99B2-A0FA-8627-0534223AEA25}"/>
    <pc:docChg chg="modSld">
      <pc:chgData name="Zad Abou-Jaoude" userId="S::zad.abou-jaoude@etu.univ-smb.fr::c3f33ae0-34c3-43cb-b9bd-d8041c9be236" providerId="AD" clId="Web-{B2A02424-99B2-A0FA-8627-0534223AEA25}" dt="2025-10-22T16:24:19.633" v="70" actId="1076"/>
      <pc:docMkLst>
        <pc:docMk/>
      </pc:docMkLst>
      <pc:sldChg chg="modSp">
        <pc:chgData name="Zad Abou-Jaoude" userId="S::zad.abou-jaoude@etu.univ-smb.fr::c3f33ae0-34c3-43cb-b9bd-d8041c9be236" providerId="AD" clId="Web-{B2A02424-99B2-A0FA-8627-0534223AEA25}" dt="2025-10-22T16:12:59.754" v="1" actId="20577"/>
        <pc:sldMkLst>
          <pc:docMk/>
          <pc:sldMk cId="1943727444" sldId="282"/>
        </pc:sldMkLst>
        <pc:spChg chg="mod">
          <ac:chgData name="Zad Abou-Jaoude" userId="S::zad.abou-jaoude@etu.univ-smb.fr::c3f33ae0-34c3-43cb-b9bd-d8041c9be236" providerId="AD" clId="Web-{B2A02424-99B2-A0FA-8627-0534223AEA25}" dt="2025-10-22T16:12:59.754" v="1" actId="20577"/>
          <ac:spMkLst>
            <pc:docMk/>
            <pc:sldMk cId="1943727444" sldId="282"/>
            <ac:spMk id="8" creationId="{84205217-C744-C15A-EA87-7FA0E54E350E}"/>
          </ac:spMkLst>
        </pc:spChg>
      </pc:sldChg>
      <pc:sldChg chg="addSp modSp">
        <pc:chgData name="Zad Abou-Jaoude" userId="S::zad.abou-jaoude@etu.univ-smb.fr::c3f33ae0-34c3-43cb-b9bd-d8041c9be236" providerId="AD" clId="Web-{B2A02424-99B2-A0FA-8627-0534223AEA25}" dt="2025-10-22T16:24:19.633" v="70" actId="1076"/>
        <pc:sldMkLst>
          <pc:docMk/>
          <pc:sldMk cId="3823838768" sldId="288"/>
        </pc:sldMkLst>
        <pc:spChg chg="add mod">
          <ac:chgData name="Zad Abou-Jaoude" userId="S::zad.abou-jaoude@etu.univ-smb.fr::c3f33ae0-34c3-43cb-b9bd-d8041c9be236" providerId="AD" clId="Web-{B2A02424-99B2-A0FA-8627-0534223AEA25}" dt="2025-10-22T16:19:53.990" v="50" actId="1076"/>
          <ac:spMkLst>
            <pc:docMk/>
            <pc:sldMk cId="3823838768" sldId="288"/>
            <ac:spMk id="4" creationId="{7A315E58-BE1E-3966-927A-389E9C99169C}"/>
          </ac:spMkLst>
        </pc:spChg>
        <pc:spChg chg="add mod">
          <ac:chgData name="Zad Abou-Jaoude" userId="S::zad.abou-jaoude@etu.univ-smb.fr::c3f33ae0-34c3-43cb-b9bd-d8041c9be236" providerId="AD" clId="Web-{B2A02424-99B2-A0FA-8627-0534223AEA25}" dt="2025-10-22T16:20:42.147" v="67" actId="20577"/>
          <ac:spMkLst>
            <pc:docMk/>
            <pc:sldMk cId="3823838768" sldId="288"/>
            <ac:spMk id="6" creationId="{06883BA6-1048-93C8-45DF-73F9B509B05E}"/>
          </ac:spMkLst>
        </pc:spChg>
        <pc:picChg chg="add mod">
          <ac:chgData name="Zad Abou-Jaoude" userId="S::zad.abou-jaoude@etu.univ-smb.fr::c3f33ae0-34c3-43cb-b9bd-d8041c9be236" providerId="AD" clId="Web-{B2A02424-99B2-A0FA-8627-0534223AEA25}" dt="2025-10-22T16:19:51.256" v="49" actId="1076"/>
          <ac:picMkLst>
            <pc:docMk/>
            <pc:sldMk cId="3823838768" sldId="288"/>
            <ac:picMk id="2" creationId="{66F68507-9DD0-C7F8-E104-32985A275209}"/>
          </ac:picMkLst>
        </pc:picChg>
        <pc:picChg chg="add mod">
          <ac:chgData name="Zad Abou-Jaoude" userId="S::zad.abou-jaoude@etu.univ-smb.fr::c3f33ae0-34c3-43cb-b9bd-d8041c9be236" providerId="AD" clId="Web-{B2A02424-99B2-A0FA-8627-0534223AEA25}" dt="2025-10-22T16:24:19.633" v="70" actId="1076"/>
          <ac:picMkLst>
            <pc:docMk/>
            <pc:sldMk cId="3823838768" sldId="288"/>
            <ac:picMk id="8" creationId="{6B0B2366-B07A-8F15-CB39-2FBB89B49E8D}"/>
          </ac:picMkLst>
        </pc:picChg>
      </pc:sldChg>
    </pc:docChg>
  </pc:docChgLst>
  <pc:docChgLst>
    <pc:chgData name="Zad Abou-Jaoude" userId="S::zad.abou-jaoude@etu.univ-smb.fr::c3f33ae0-34c3-43cb-b9bd-d8041c9be236" providerId="AD" clId="Web-{AA30CE7E-0682-E85F-F09A-80E1FF7662FE}"/>
    <pc:docChg chg="modSld">
      <pc:chgData name="Zad Abou-Jaoude" userId="S::zad.abou-jaoude@etu.univ-smb.fr::c3f33ae0-34c3-43cb-b9bd-d8041c9be236" providerId="AD" clId="Web-{AA30CE7E-0682-E85F-F09A-80E1FF7662FE}" dt="2025-10-22T15:06:30.701" v="1" actId="20577"/>
      <pc:docMkLst>
        <pc:docMk/>
      </pc:docMkLst>
      <pc:sldChg chg="modSp">
        <pc:chgData name="Zad Abou-Jaoude" userId="S::zad.abou-jaoude@etu.univ-smb.fr::c3f33ae0-34c3-43cb-b9bd-d8041c9be236" providerId="AD" clId="Web-{AA30CE7E-0682-E85F-F09A-80E1FF7662FE}" dt="2025-10-22T15:06:30.701" v="1" actId="20577"/>
        <pc:sldMkLst>
          <pc:docMk/>
          <pc:sldMk cId="1424150488" sldId="283"/>
        </pc:sldMkLst>
        <pc:spChg chg="mod">
          <ac:chgData name="Zad Abou-Jaoude" userId="S::zad.abou-jaoude@etu.univ-smb.fr::c3f33ae0-34c3-43cb-b9bd-d8041c9be236" providerId="AD" clId="Web-{AA30CE7E-0682-E85F-F09A-80E1FF7662FE}" dt="2025-10-22T15:06:30.701" v="1" actId="20577"/>
          <ac:spMkLst>
            <pc:docMk/>
            <pc:sldMk cId="1424150488" sldId="283"/>
            <ac:spMk id="3" creationId="{1FD6E882-56CF-54F1-9776-E617B012D290}"/>
          </ac:spMkLst>
        </pc:spChg>
      </pc:sldChg>
    </pc:docChg>
  </pc:docChgLst>
  <pc:docChgLst>
    <pc:chgData name="Zad Abou-Jaoude" userId="S::zad.abou-jaoude@etu.univ-smb.fr::c3f33ae0-34c3-43cb-b9bd-d8041c9be236" providerId="AD" clId="Web-{A97CA826-97EF-F6AF-09A3-F928EED832CA}"/>
    <pc:docChg chg="modSld">
      <pc:chgData name="Zad Abou-Jaoude" userId="S::zad.abou-jaoude@etu.univ-smb.fr::c3f33ae0-34c3-43cb-b9bd-d8041c9be236" providerId="AD" clId="Web-{A97CA826-97EF-F6AF-09A3-F928EED832CA}" dt="2025-10-22T13:59:03.910" v="317" actId="20577"/>
      <pc:docMkLst>
        <pc:docMk/>
      </pc:docMkLst>
      <pc:sldChg chg="addSp delSp modSp">
        <pc:chgData name="Zad Abou-Jaoude" userId="S::zad.abou-jaoude@etu.univ-smb.fr::c3f33ae0-34c3-43cb-b9bd-d8041c9be236" providerId="AD" clId="Web-{A97CA826-97EF-F6AF-09A3-F928EED832CA}" dt="2025-10-22T13:59:03.910" v="317" actId="20577"/>
        <pc:sldMkLst>
          <pc:docMk/>
          <pc:sldMk cId="1424150488" sldId="283"/>
        </pc:sldMkLst>
        <pc:spChg chg="add del mod">
          <ac:chgData name="Zad Abou-Jaoude" userId="S::zad.abou-jaoude@etu.univ-smb.fr::c3f33ae0-34c3-43cb-b9bd-d8041c9be236" providerId="AD" clId="Web-{A97CA826-97EF-F6AF-09A3-F928EED832CA}" dt="2025-10-22T11:44:02.798" v="76"/>
          <ac:spMkLst>
            <pc:docMk/>
            <pc:sldMk cId="1424150488" sldId="283"/>
            <ac:spMk id="2" creationId="{F853E095-96D8-8D0A-CBB7-BDEC311B2948}"/>
          </ac:spMkLst>
        </pc:spChg>
        <pc:spChg chg="add mod">
          <ac:chgData name="Zad Abou-Jaoude" userId="S::zad.abou-jaoude@etu.univ-smb.fr::c3f33ae0-34c3-43cb-b9bd-d8041c9be236" providerId="AD" clId="Web-{A97CA826-97EF-F6AF-09A3-F928EED832CA}" dt="2025-10-22T13:59:03.910" v="317" actId="20577"/>
          <ac:spMkLst>
            <pc:docMk/>
            <pc:sldMk cId="1424150488" sldId="283"/>
            <ac:spMk id="3" creationId="{1FD6E882-56CF-54F1-9776-E617B012D290}"/>
          </ac:spMkLst>
        </pc:spChg>
      </pc:sldChg>
      <pc:sldChg chg="addSp delSp modSp">
        <pc:chgData name="Zad Abou-Jaoude" userId="S::zad.abou-jaoude@etu.univ-smb.fr::c3f33ae0-34c3-43cb-b9bd-d8041c9be236" providerId="AD" clId="Web-{A97CA826-97EF-F6AF-09A3-F928EED832CA}" dt="2025-10-22T13:55:31.941" v="298" actId="1076"/>
        <pc:sldMkLst>
          <pc:docMk/>
          <pc:sldMk cId="3823838768" sldId="288"/>
        </pc:sldMkLst>
        <pc:spChg chg="add del mod">
          <ac:chgData name="Zad Abou-Jaoude" userId="S::zad.abou-jaoude@etu.univ-smb.fr::c3f33ae0-34c3-43cb-b9bd-d8041c9be236" providerId="AD" clId="Web-{A97CA826-97EF-F6AF-09A3-F928EED832CA}" dt="2025-10-22T11:44:56.783" v="82"/>
          <ac:spMkLst>
            <pc:docMk/>
            <pc:sldMk cId="3823838768" sldId="288"/>
            <ac:spMk id="2" creationId="{3054D3A6-A52B-1416-CB36-23127AAE2E14}"/>
          </ac:spMkLst>
        </pc:spChg>
        <pc:spChg chg="add mod">
          <ac:chgData name="Zad Abou-Jaoude" userId="S::zad.abou-jaoude@etu.univ-smb.fr::c3f33ae0-34c3-43cb-b9bd-d8041c9be236" providerId="AD" clId="Web-{A97CA826-97EF-F6AF-09A3-F928EED832CA}" dt="2025-10-22T11:45:25.268" v="91" actId="20577"/>
          <ac:spMkLst>
            <pc:docMk/>
            <pc:sldMk cId="3823838768" sldId="288"/>
            <ac:spMk id="4" creationId="{C1FA7383-AB70-F4A1-94CA-601D06E22CB7}"/>
          </ac:spMkLst>
        </pc:spChg>
        <pc:picChg chg="add mod">
          <ac:chgData name="Zad Abou-Jaoude" userId="S::zad.abou-jaoude@etu.univ-smb.fr::c3f33ae0-34c3-43cb-b9bd-d8041c9be236" providerId="AD" clId="Web-{A97CA826-97EF-F6AF-09A3-F928EED832CA}" dt="2025-10-22T13:55:31.941" v="298" actId="1076"/>
          <ac:picMkLst>
            <pc:docMk/>
            <pc:sldMk cId="3823838768" sldId="288"/>
            <ac:picMk id="2" creationId="{A8846169-DFF9-1C1E-88BF-AB949E7F28B7}"/>
          </ac:picMkLst>
        </pc:picChg>
      </pc:sldChg>
      <pc:sldChg chg="delSp">
        <pc:chgData name="Zad Abou-Jaoude" userId="S::zad.abou-jaoude@etu.univ-smb.fr::c3f33ae0-34c3-43cb-b9bd-d8041c9be236" providerId="AD" clId="Web-{A97CA826-97EF-F6AF-09A3-F928EED832CA}" dt="2025-10-22T11:39:41.043" v="1"/>
        <pc:sldMkLst>
          <pc:docMk/>
          <pc:sldMk cId="1526006032" sldId="290"/>
        </pc:sldMkLst>
        <pc:spChg chg="del">
          <ac:chgData name="Zad Abou-Jaoude" userId="S::zad.abou-jaoude@etu.univ-smb.fr::c3f33ae0-34c3-43cb-b9bd-d8041c9be236" providerId="AD" clId="Web-{A97CA826-97EF-F6AF-09A3-F928EED832CA}" dt="2025-10-22T11:39:41.043" v="1"/>
          <ac:spMkLst>
            <pc:docMk/>
            <pc:sldMk cId="1526006032" sldId="290"/>
            <ac:spMk id="2" creationId="{7B5C1293-9290-46EB-D184-C95B746A3F3C}"/>
          </ac:spMkLst>
        </pc:spChg>
        <pc:graphicFrameChg chg="del">
          <ac:chgData name="Zad Abou-Jaoude" userId="S::zad.abou-jaoude@etu.univ-smb.fr::c3f33ae0-34c3-43cb-b9bd-d8041c9be236" providerId="AD" clId="Web-{A97CA826-97EF-F6AF-09A3-F928EED832CA}" dt="2025-10-22T11:39:41.043" v="0"/>
          <ac:graphicFrameMkLst>
            <pc:docMk/>
            <pc:sldMk cId="1526006032" sldId="290"/>
            <ac:graphicFrameMk id="3" creationId="{DE5A1AE6-02B0-773D-03F9-768DE6A567DD}"/>
          </ac:graphicFrameMkLst>
        </pc:graphicFrameChg>
      </pc:sldChg>
    </pc:docChg>
  </pc:docChgLst>
  <pc:docChgLst>
    <pc:chgData name="Papa-Madiara Sene" userId="S::papa-madiara.sene@etu.univ-smb.fr::3095c3e5-2e0b-4de2-a5fa-758dccb09853" providerId="AD" clId="Web-{391A00A3-8066-0C95-83DE-27FC02B2FFF5}"/>
    <pc:docChg chg="modSld">
      <pc:chgData name="Papa-Madiara Sene" userId="S::papa-madiara.sene@etu.univ-smb.fr::3095c3e5-2e0b-4de2-a5fa-758dccb09853" providerId="AD" clId="Web-{391A00A3-8066-0C95-83DE-27FC02B2FFF5}" dt="2025-10-22T15:28:10.212" v="33" actId="20577"/>
      <pc:docMkLst>
        <pc:docMk/>
      </pc:docMkLst>
      <pc:sldChg chg="addSp delSp modSp">
        <pc:chgData name="Papa-Madiara Sene" userId="S::papa-madiara.sene@etu.univ-smb.fr::3095c3e5-2e0b-4de2-a5fa-758dccb09853" providerId="AD" clId="Web-{391A00A3-8066-0C95-83DE-27FC02B2FFF5}" dt="2025-10-22T15:28:10.212" v="33" actId="20577"/>
        <pc:sldMkLst>
          <pc:docMk/>
          <pc:sldMk cId="214822000" sldId="291"/>
        </pc:sldMkLst>
        <pc:spChg chg="del">
          <ac:chgData name="Papa-Madiara Sene" userId="S::papa-madiara.sene@etu.univ-smb.fr::3095c3e5-2e0b-4de2-a5fa-758dccb09853" providerId="AD" clId="Web-{391A00A3-8066-0C95-83DE-27FC02B2FFF5}" dt="2025-10-22T15:24:32.679" v="0"/>
          <ac:spMkLst>
            <pc:docMk/>
            <pc:sldMk cId="214822000" sldId="291"/>
            <ac:spMk id="2" creationId="{91F8B9D5-88D0-0ED5-4D5D-45F661E48886}"/>
          </ac:spMkLst>
        </pc:spChg>
        <pc:spChg chg="add del mod">
          <ac:chgData name="Papa-Madiara Sene" userId="S::papa-madiara.sene@etu.univ-smb.fr::3095c3e5-2e0b-4de2-a5fa-758dccb09853" providerId="AD" clId="Web-{391A00A3-8066-0C95-83DE-27FC02B2FFF5}" dt="2025-10-22T15:24:56.039" v="2"/>
          <ac:spMkLst>
            <pc:docMk/>
            <pc:sldMk cId="214822000" sldId="291"/>
            <ac:spMk id="6" creationId="{8854434F-CF9D-681C-04BE-AA192797132A}"/>
          </ac:spMkLst>
        </pc:spChg>
        <pc:spChg chg="add del mod">
          <ac:chgData name="Papa-Madiara Sene" userId="S::papa-madiara.sene@etu.univ-smb.fr::3095c3e5-2e0b-4de2-a5fa-758dccb09853" providerId="AD" clId="Web-{391A00A3-8066-0C95-83DE-27FC02B2FFF5}" dt="2025-10-22T15:25:50.461" v="8"/>
          <ac:spMkLst>
            <pc:docMk/>
            <pc:sldMk cId="214822000" sldId="291"/>
            <ac:spMk id="9" creationId="{74DB70C2-B1D4-0111-7942-BD46B96A700A}"/>
          </ac:spMkLst>
        </pc:spChg>
        <pc:spChg chg="add">
          <ac:chgData name="Papa-Madiara Sene" userId="S::papa-madiara.sene@etu.univ-smb.fr::3095c3e5-2e0b-4de2-a5fa-758dccb09853" providerId="AD" clId="Web-{391A00A3-8066-0C95-83DE-27FC02B2FFF5}" dt="2025-10-22T15:25:25.367" v="6"/>
          <ac:spMkLst>
            <pc:docMk/>
            <pc:sldMk cId="214822000" sldId="291"/>
            <ac:spMk id="11" creationId="{F08DFCA6-8614-D3F0-38DA-DC6CA75800C8}"/>
          </ac:spMkLst>
        </pc:spChg>
        <pc:spChg chg="add del mod">
          <ac:chgData name="Papa-Madiara Sene" userId="S::papa-madiara.sene@etu.univ-smb.fr::3095c3e5-2e0b-4de2-a5fa-758dccb09853" providerId="AD" clId="Web-{391A00A3-8066-0C95-83DE-27FC02B2FFF5}" dt="2025-10-22T15:26:00.289" v="11"/>
          <ac:spMkLst>
            <pc:docMk/>
            <pc:sldMk cId="214822000" sldId="291"/>
            <ac:spMk id="14" creationId="{31067AA1-5799-BB29-CC13-1F0214B43FC6}"/>
          </ac:spMkLst>
        </pc:spChg>
        <pc:spChg chg="add mod">
          <ac:chgData name="Papa-Madiara Sene" userId="S::papa-madiara.sene@etu.univ-smb.fr::3095c3e5-2e0b-4de2-a5fa-758dccb09853" providerId="AD" clId="Web-{391A00A3-8066-0C95-83DE-27FC02B2FFF5}" dt="2025-10-22T15:27:17.368" v="25" actId="20577"/>
          <ac:spMkLst>
            <pc:docMk/>
            <pc:sldMk cId="214822000" sldId="291"/>
            <ac:spMk id="16" creationId="{B8B245E0-2190-5F70-7BA9-EB0D2F1E550A}"/>
          </ac:spMkLst>
        </pc:spChg>
        <pc:spChg chg="add del mod">
          <ac:chgData name="Papa-Madiara Sene" userId="S::papa-madiara.sene@etu.univ-smb.fr::3095c3e5-2e0b-4de2-a5fa-758dccb09853" providerId="AD" clId="Web-{391A00A3-8066-0C95-83DE-27FC02B2FFF5}" dt="2025-10-22T15:27:38.618" v="28"/>
          <ac:spMkLst>
            <pc:docMk/>
            <pc:sldMk cId="214822000" sldId="291"/>
            <ac:spMk id="18" creationId="{D7D8D6B4-A57F-69F3-4F00-538A76818E07}"/>
          </ac:spMkLst>
        </pc:spChg>
        <pc:spChg chg="add del mod">
          <ac:chgData name="Papa-Madiara Sene" userId="S::papa-madiara.sene@etu.univ-smb.fr::3095c3e5-2e0b-4de2-a5fa-758dccb09853" providerId="AD" clId="Web-{391A00A3-8066-0C95-83DE-27FC02B2FFF5}" dt="2025-10-22T15:27:51.680" v="31"/>
          <ac:spMkLst>
            <pc:docMk/>
            <pc:sldMk cId="214822000" sldId="291"/>
            <ac:spMk id="20" creationId="{88E4BD30-BC35-660E-4268-DF6625498B87}"/>
          </ac:spMkLst>
        </pc:spChg>
        <pc:spChg chg="add mod">
          <ac:chgData name="Papa-Madiara Sene" userId="S::papa-madiara.sene@etu.univ-smb.fr::3095c3e5-2e0b-4de2-a5fa-758dccb09853" providerId="AD" clId="Web-{391A00A3-8066-0C95-83DE-27FC02B2FFF5}" dt="2025-10-22T15:28:10.212" v="33" actId="20577"/>
          <ac:spMkLst>
            <pc:docMk/>
            <pc:sldMk cId="214822000" sldId="291"/>
            <ac:spMk id="22" creationId="{83D749BD-1F89-0F79-95D7-1BC8AAB30002}"/>
          </ac:spMkLst>
        </pc:spChg>
        <pc:picChg chg="add del mod ord">
          <ac:chgData name="Papa-Madiara Sene" userId="S::papa-madiara.sene@etu.univ-smb.fr::3095c3e5-2e0b-4de2-a5fa-758dccb09853" providerId="AD" clId="Web-{391A00A3-8066-0C95-83DE-27FC02B2FFF5}" dt="2025-10-22T15:24:39.757" v="1"/>
          <ac:picMkLst>
            <pc:docMk/>
            <pc:sldMk cId="214822000" sldId="291"/>
            <ac:picMk id="4" creationId="{F7C69D74-5408-FDA3-46B5-194D7843C189}"/>
          </ac:picMkLst>
        </pc:picChg>
        <pc:picChg chg="add del mod ord">
          <ac:chgData name="Papa-Madiara Sene" userId="S::papa-madiara.sene@etu.univ-smb.fr::3095c3e5-2e0b-4de2-a5fa-758dccb09853" providerId="AD" clId="Web-{391A00A3-8066-0C95-83DE-27FC02B2FFF5}" dt="2025-10-22T15:24:58.179" v="3"/>
          <ac:picMkLst>
            <pc:docMk/>
            <pc:sldMk cId="214822000" sldId="291"/>
            <ac:picMk id="7" creationId="{A2EE941A-0687-97D9-B562-2DF079BFB3AD}"/>
          </ac:picMkLst>
        </pc:picChg>
        <pc:picChg chg="add del mod ord">
          <ac:chgData name="Papa-Madiara Sene" userId="S::papa-madiara.sene@etu.univ-smb.fr::3095c3e5-2e0b-4de2-a5fa-758dccb09853" providerId="AD" clId="Web-{391A00A3-8066-0C95-83DE-27FC02B2FFF5}" dt="2025-10-22T15:25:57.023" v="10"/>
          <ac:picMkLst>
            <pc:docMk/>
            <pc:sldMk cId="214822000" sldId="291"/>
            <ac:picMk id="12" creationId="{99F7F3A5-C1F1-8112-523A-D7744D898E9B}"/>
          </ac:picMkLst>
        </pc:picChg>
        <pc:picChg chg="add mod">
          <ac:chgData name="Papa-Madiara Sene" userId="S::papa-madiara.sene@etu.univ-smb.fr::3095c3e5-2e0b-4de2-a5fa-758dccb09853" providerId="AD" clId="Web-{391A00A3-8066-0C95-83DE-27FC02B2FFF5}" dt="2025-10-22T15:26:32.821" v="15" actId="1076"/>
          <ac:picMkLst>
            <pc:docMk/>
            <pc:sldMk cId="214822000" sldId="291"/>
            <ac:picMk id="15" creationId="{783EC2DD-E20B-026D-2BCC-932122EBD36C}"/>
          </ac:picMkLst>
        </pc:picChg>
      </pc:sldChg>
    </pc:docChg>
  </pc:docChgLst>
  <pc:docChgLst>
    <pc:chgData name="Papa-Madiara Sene" userId="S::papa-madiara.sene@etu.univ-smb.fr::3095c3e5-2e0b-4de2-a5fa-758dccb09853" providerId="AD" clId="Web-{90638082-CA74-BF6F-8A9A-FD08AFEB58BE}"/>
    <pc:docChg chg="modSld">
      <pc:chgData name="Papa-Madiara Sene" userId="S::papa-madiara.sene@etu.univ-smb.fr::3095c3e5-2e0b-4de2-a5fa-758dccb09853" providerId="AD" clId="Web-{90638082-CA74-BF6F-8A9A-FD08AFEB58BE}" dt="2025-10-22T13:59:44.527" v="79"/>
      <pc:docMkLst>
        <pc:docMk/>
      </pc:docMkLst>
      <pc:sldChg chg="modSp">
        <pc:chgData name="Papa-Madiara Sene" userId="S::papa-madiara.sene@etu.univ-smb.fr::3095c3e5-2e0b-4de2-a5fa-758dccb09853" providerId="AD" clId="Web-{90638082-CA74-BF6F-8A9A-FD08AFEB58BE}" dt="2025-10-22T08:02:37.384" v="6" actId="20577"/>
        <pc:sldMkLst>
          <pc:docMk/>
          <pc:sldMk cId="1943727444" sldId="282"/>
        </pc:sldMkLst>
        <pc:spChg chg="mod">
          <ac:chgData name="Papa-Madiara Sene" userId="S::papa-madiara.sene@etu.univ-smb.fr::3095c3e5-2e0b-4de2-a5fa-758dccb09853" providerId="AD" clId="Web-{90638082-CA74-BF6F-8A9A-FD08AFEB58BE}" dt="2025-10-22T08:02:37.384" v="6" actId="20577"/>
          <ac:spMkLst>
            <pc:docMk/>
            <pc:sldMk cId="1943727444" sldId="282"/>
            <ac:spMk id="8" creationId="{84205217-C744-C15A-EA87-7FA0E54E350E}"/>
          </ac:spMkLst>
        </pc:spChg>
      </pc:sldChg>
      <pc:sldChg chg="addSp modSp">
        <pc:chgData name="Papa-Madiara Sene" userId="S::papa-madiara.sene@etu.univ-smb.fr::3095c3e5-2e0b-4de2-a5fa-758dccb09853" providerId="AD" clId="Web-{90638082-CA74-BF6F-8A9A-FD08AFEB58BE}" dt="2025-10-22T13:59:44.527" v="79"/>
        <pc:sldMkLst>
          <pc:docMk/>
          <pc:sldMk cId="283620664" sldId="286"/>
        </pc:sldMkLst>
        <pc:spChg chg="mod">
          <ac:chgData name="Papa-Madiara Sene" userId="S::papa-madiara.sene@etu.univ-smb.fr::3095c3e5-2e0b-4de2-a5fa-758dccb09853" providerId="AD" clId="Web-{90638082-CA74-BF6F-8A9A-FD08AFEB58BE}" dt="2025-10-22T08:02:47.041" v="17" actId="20577"/>
          <ac:spMkLst>
            <pc:docMk/>
            <pc:sldMk cId="283620664" sldId="286"/>
            <ac:spMk id="7" creationId="{4DCE928D-D2F4-B3FE-A544-EDBB4D5DB0C5}"/>
          </ac:spMkLst>
        </pc:spChg>
        <pc:graphicFrameChg chg="mod modGraphic">
          <ac:chgData name="Papa-Madiara Sene" userId="S::papa-madiara.sene@etu.univ-smb.fr::3095c3e5-2e0b-4de2-a5fa-758dccb09853" providerId="AD" clId="Web-{90638082-CA74-BF6F-8A9A-FD08AFEB58BE}" dt="2025-10-22T13:59:44.527" v="79"/>
          <ac:graphicFrameMkLst>
            <pc:docMk/>
            <pc:sldMk cId="283620664" sldId="286"/>
            <ac:graphicFrameMk id="3" creationId="{B3ACD1FB-DABE-517F-D8FD-B121BEE5D2FB}"/>
          </ac:graphicFrameMkLst>
        </pc:graphicFrameChg>
      </pc:sldChg>
      <pc:sldChg chg="addSp delSp modSp">
        <pc:chgData name="Papa-Madiara Sene" userId="S::papa-madiara.sene@etu.univ-smb.fr::3095c3e5-2e0b-4de2-a5fa-758dccb09853" providerId="AD" clId="Web-{90638082-CA74-BF6F-8A9A-FD08AFEB58BE}" dt="2025-10-22T13:58:14.011" v="39" actId="1076"/>
        <pc:sldMkLst>
          <pc:docMk/>
          <pc:sldMk cId="1526006032" sldId="290"/>
        </pc:sldMkLst>
        <pc:graphicFrameChg chg="add del mod modGraphic">
          <ac:chgData name="Papa-Madiara Sene" userId="S::papa-madiara.sene@etu.univ-smb.fr::3095c3e5-2e0b-4de2-a5fa-758dccb09853" providerId="AD" clId="Web-{90638082-CA74-BF6F-8A9A-FD08AFEB58BE}" dt="2025-10-22T13:15:06.833" v="34"/>
          <ac:graphicFrameMkLst>
            <pc:docMk/>
            <pc:sldMk cId="1526006032" sldId="290"/>
            <ac:graphicFrameMk id="2" creationId="{B3ACD1FB-DABE-517F-D8FD-B121BEE5D2FB}"/>
          </ac:graphicFrameMkLst>
        </pc:graphicFrameChg>
        <pc:picChg chg="add mod">
          <ac:chgData name="Papa-Madiara Sene" userId="S::papa-madiara.sene@etu.univ-smb.fr::3095c3e5-2e0b-4de2-a5fa-758dccb09853" providerId="AD" clId="Web-{90638082-CA74-BF6F-8A9A-FD08AFEB58BE}" dt="2025-10-22T13:58:14.011" v="39" actId="1076"/>
          <ac:picMkLst>
            <pc:docMk/>
            <pc:sldMk cId="1526006032" sldId="290"/>
            <ac:picMk id="2" creationId="{163E074B-535F-409A-8C4C-0E84A481E0BD}"/>
          </ac:picMkLst>
        </pc:picChg>
      </pc:sldChg>
    </pc:docChg>
  </pc:docChgLst>
  <pc:docChgLst>
    <pc:chgData name="Papa-Madiara Sene" userId="S::papa-madiara.sene@etu.univ-smb.fr::3095c3e5-2e0b-4de2-a5fa-758dccb09853" providerId="AD" clId="Web-{C96DF70C-5D78-2193-A83E-05BB51925380}"/>
    <pc:docChg chg="modSld">
      <pc:chgData name="Papa-Madiara Sene" userId="S::papa-madiara.sene@etu.univ-smb.fr::3095c3e5-2e0b-4de2-a5fa-758dccb09853" providerId="AD" clId="Web-{C96DF70C-5D78-2193-A83E-05BB51925380}" dt="2025-10-22T14:59:50.807" v="589"/>
      <pc:docMkLst>
        <pc:docMk/>
      </pc:docMkLst>
      <pc:sldChg chg="modSp">
        <pc:chgData name="Papa-Madiara Sene" userId="S::papa-madiara.sene@etu.univ-smb.fr::3095c3e5-2e0b-4de2-a5fa-758dccb09853" providerId="AD" clId="Web-{C96DF70C-5D78-2193-A83E-05BB51925380}" dt="2025-10-22T14:59:50.807" v="589"/>
        <pc:sldMkLst>
          <pc:docMk/>
          <pc:sldMk cId="283620664" sldId="286"/>
        </pc:sldMkLst>
        <pc:graphicFrameChg chg="mod modGraphic">
          <ac:chgData name="Papa-Madiara Sene" userId="S::papa-madiara.sene@etu.univ-smb.fr::3095c3e5-2e0b-4de2-a5fa-758dccb09853" providerId="AD" clId="Web-{C96DF70C-5D78-2193-A83E-05BB51925380}" dt="2025-10-22T14:59:50.807" v="589"/>
          <ac:graphicFrameMkLst>
            <pc:docMk/>
            <pc:sldMk cId="283620664" sldId="286"/>
            <ac:graphicFrameMk id="3" creationId="{B3ACD1FB-DABE-517F-D8FD-B121BEE5D2FB}"/>
          </ac:graphicFrameMkLst>
        </pc:graphicFrameChg>
      </pc:sldChg>
      <pc:sldChg chg="addSp delSp modSp">
        <pc:chgData name="Papa-Madiara Sene" userId="S::papa-madiara.sene@etu.univ-smb.fr::3095c3e5-2e0b-4de2-a5fa-758dccb09853" providerId="AD" clId="Web-{C96DF70C-5D78-2193-A83E-05BB51925380}" dt="2025-10-22T14:30:32.242" v="3" actId="14100"/>
        <pc:sldMkLst>
          <pc:docMk/>
          <pc:sldMk cId="1526006032" sldId="290"/>
        </pc:sldMkLst>
        <pc:picChg chg="del">
          <ac:chgData name="Papa-Madiara Sene" userId="S::papa-madiara.sene@etu.univ-smb.fr::3095c3e5-2e0b-4de2-a5fa-758dccb09853" providerId="AD" clId="Web-{C96DF70C-5D78-2193-A83E-05BB51925380}" dt="2025-10-22T14:28:34.927" v="0"/>
          <ac:picMkLst>
            <pc:docMk/>
            <pc:sldMk cId="1526006032" sldId="290"/>
            <ac:picMk id="2" creationId="{163E074B-535F-409A-8C4C-0E84A481E0BD}"/>
          </ac:picMkLst>
        </pc:picChg>
        <pc:picChg chg="add mod">
          <ac:chgData name="Papa-Madiara Sene" userId="S::papa-madiara.sene@etu.univ-smb.fr::3095c3e5-2e0b-4de2-a5fa-758dccb09853" providerId="AD" clId="Web-{C96DF70C-5D78-2193-A83E-05BB51925380}" dt="2025-10-22T14:30:32.242" v="3" actId="14100"/>
          <ac:picMkLst>
            <pc:docMk/>
            <pc:sldMk cId="1526006032" sldId="290"/>
            <ac:picMk id="3" creationId="{7BE93C61-0380-853D-0CFB-CB17E1240749}"/>
          </ac:picMkLst>
        </pc:picChg>
      </pc:sldChg>
    </pc:docChg>
  </pc:docChgLst>
  <pc:docChgLst>
    <pc:chgData name="Zad Abou-Jaoude" userId="S::zad.abou-jaoude@etu.univ-smb.fr::c3f33ae0-34c3-43cb-b9bd-d8041c9be236" providerId="AD" clId="Web-{BA5A939F-8583-413E-184B-A805961C6DA7}"/>
    <pc:docChg chg="modSld">
      <pc:chgData name="Zad Abou-Jaoude" userId="S::zad.abou-jaoude@etu.univ-smb.fr::c3f33ae0-34c3-43cb-b9bd-d8041c9be236" providerId="AD" clId="Web-{BA5A939F-8583-413E-184B-A805961C6DA7}" dt="2025-10-22T15:06:13.429" v="37" actId="20577"/>
      <pc:docMkLst>
        <pc:docMk/>
      </pc:docMkLst>
      <pc:sldChg chg="modSp">
        <pc:chgData name="Zad Abou-Jaoude" userId="S::zad.abou-jaoude@etu.univ-smb.fr::c3f33ae0-34c3-43cb-b9bd-d8041c9be236" providerId="AD" clId="Web-{BA5A939F-8583-413E-184B-A805961C6DA7}" dt="2025-10-22T14:29:55.485" v="35" actId="20577"/>
        <pc:sldMkLst>
          <pc:docMk/>
          <pc:sldMk cId="1943727444" sldId="282"/>
        </pc:sldMkLst>
        <pc:spChg chg="mod">
          <ac:chgData name="Zad Abou-Jaoude" userId="S::zad.abou-jaoude@etu.univ-smb.fr::c3f33ae0-34c3-43cb-b9bd-d8041c9be236" providerId="AD" clId="Web-{BA5A939F-8583-413E-184B-A805961C6DA7}" dt="2025-10-22T14:29:55.485" v="35" actId="20577"/>
          <ac:spMkLst>
            <pc:docMk/>
            <pc:sldMk cId="1943727444" sldId="282"/>
            <ac:spMk id="8" creationId="{84205217-C744-C15A-EA87-7FA0E54E350E}"/>
          </ac:spMkLst>
        </pc:spChg>
      </pc:sldChg>
      <pc:sldChg chg="modSp">
        <pc:chgData name="Zad Abou-Jaoude" userId="S::zad.abou-jaoude@etu.univ-smb.fr::c3f33ae0-34c3-43cb-b9bd-d8041c9be236" providerId="AD" clId="Web-{BA5A939F-8583-413E-184B-A805961C6DA7}" dt="2025-10-22T15:06:13.429" v="37" actId="20577"/>
        <pc:sldMkLst>
          <pc:docMk/>
          <pc:sldMk cId="1424150488" sldId="283"/>
        </pc:sldMkLst>
        <pc:spChg chg="mod">
          <ac:chgData name="Zad Abou-Jaoude" userId="S::zad.abou-jaoude@etu.univ-smb.fr::c3f33ae0-34c3-43cb-b9bd-d8041c9be236" providerId="AD" clId="Web-{BA5A939F-8583-413E-184B-A805961C6DA7}" dt="2025-10-22T15:06:13.429" v="37" actId="20577"/>
          <ac:spMkLst>
            <pc:docMk/>
            <pc:sldMk cId="1424150488" sldId="283"/>
            <ac:spMk id="3" creationId="{1FD6E882-56CF-54F1-9776-E617B012D290}"/>
          </ac:spMkLst>
        </pc:spChg>
      </pc:sldChg>
      <pc:sldChg chg="addSp delSp">
        <pc:chgData name="Zad Abou-Jaoude" userId="S::zad.abou-jaoude@etu.univ-smb.fr::c3f33ae0-34c3-43cb-b9bd-d8041c9be236" providerId="AD" clId="Web-{BA5A939F-8583-413E-184B-A805961C6DA7}" dt="2025-10-22T14:29:13.032" v="23"/>
        <pc:sldMkLst>
          <pc:docMk/>
          <pc:sldMk cId="3823838768" sldId="288"/>
        </pc:sldMkLst>
        <pc:spChg chg="add del">
          <ac:chgData name="Zad Abou-Jaoude" userId="S::zad.abou-jaoude@etu.univ-smb.fr::c3f33ae0-34c3-43cb-b9bd-d8041c9be236" providerId="AD" clId="Web-{BA5A939F-8583-413E-184B-A805961C6DA7}" dt="2025-10-22T14:29:13.032" v="23"/>
          <ac:spMkLst>
            <pc:docMk/>
            <pc:sldMk cId="3823838768" sldId="288"/>
            <ac:spMk id="4" creationId="{C1FA7383-AB70-F4A1-94CA-601D06E22CB7}"/>
          </ac:spMkLst>
        </pc:spChg>
        <pc:picChg chg="add del">
          <ac:chgData name="Zad Abou-Jaoude" userId="S::zad.abou-jaoude@etu.univ-smb.fr::c3f33ae0-34c3-43cb-b9bd-d8041c9be236" providerId="AD" clId="Web-{BA5A939F-8583-413E-184B-A805961C6DA7}" dt="2025-10-22T14:29:05.563" v="20"/>
          <ac:picMkLst>
            <pc:docMk/>
            <pc:sldMk cId="3823838768" sldId="288"/>
            <ac:picMk id="2" creationId="{A8846169-DFF9-1C1E-88BF-AB949E7F28B7}"/>
          </ac:picMkLst>
        </pc:picChg>
      </pc:sldChg>
      <pc:sldChg chg="addSp delSp modSp">
        <pc:chgData name="Zad Abou-Jaoude" userId="S::zad.abou-jaoude@etu.univ-smb.fr::c3f33ae0-34c3-43cb-b9bd-d8041c9be236" providerId="AD" clId="Web-{BA5A939F-8583-413E-184B-A805961C6DA7}" dt="2025-10-22T14:29:37.985" v="27" actId="1076"/>
        <pc:sldMkLst>
          <pc:docMk/>
          <pc:sldMk cId="2595562517" sldId="289"/>
        </pc:sldMkLst>
        <pc:spChg chg="add mod">
          <ac:chgData name="Zad Abou-Jaoude" userId="S::zad.abou-jaoude@etu.univ-smb.fr::c3f33ae0-34c3-43cb-b9bd-d8041c9be236" providerId="AD" clId="Web-{BA5A939F-8583-413E-184B-A805961C6DA7}" dt="2025-10-22T14:29:31.860" v="26" actId="20577"/>
          <ac:spMkLst>
            <pc:docMk/>
            <pc:sldMk cId="2595562517" sldId="289"/>
            <ac:spMk id="6" creationId="{C1FA7383-AB70-F4A1-94CA-601D06E22CB7}"/>
          </ac:spMkLst>
        </pc:spChg>
        <pc:spChg chg="mod">
          <ac:chgData name="Zad Abou-Jaoude" userId="S::zad.abou-jaoude@etu.univ-smb.fr::c3f33ae0-34c3-43cb-b9bd-d8041c9be236" providerId="AD" clId="Web-{BA5A939F-8583-413E-184B-A805961C6DA7}" dt="2025-10-22T14:28:35.844" v="3" actId="20577"/>
          <ac:spMkLst>
            <pc:docMk/>
            <pc:sldMk cId="2595562517" sldId="289"/>
            <ac:spMk id="7" creationId="{D18F1FEF-2E84-92D3-3755-1E812F94C994}"/>
          </ac:spMkLst>
        </pc:spChg>
        <pc:picChg chg="add del mod">
          <ac:chgData name="Zad Abou-Jaoude" userId="S::zad.abou-jaoude@etu.univ-smb.fr::c3f33ae0-34c3-43cb-b9bd-d8041c9be236" providerId="AD" clId="Web-{BA5A939F-8583-413E-184B-A805961C6DA7}" dt="2025-10-22T14:28:49.172" v="9"/>
          <ac:picMkLst>
            <pc:docMk/>
            <pc:sldMk cId="2595562517" sldId="289"/>
            <ac:picMk id="2" creationId="{D1212946-BCF3-DC7A-9494-BC35F9A8D495}"/>
          </ac:picMkLst>
        </pc:picChg>
        <pc:picChg chg="add del mod">
          <ac:chgData name="Zad Abou-Jaoude" userId="S::zad.abou-jaoude@etu.univ-smb.fr::c3f33ae0-34c3-43cb-b9bd-d8041c9be236" providerId="AD" clId="Web-{BA5A939F-8583-413E-184B-A805961C6DA7}" dt="2025-10-22T14:29:02.547" v="17"/>
          <ac:picMkLst>
            <pc:docMk/>
            <pc:sldMk cId="2595562517" sldId="289"/>
            <ac:picMk id="3" creationId="{26177879-A3BB-9430-86BB-F0C60B0600C0}"/>
          </ac:picMkLst>
        </pc:picChg>
        <pc:picChg chg="add mod">
          <ac:chgData name="Zad Abou-Jaoude" userId="S::zad.abou-jaoude@etu.univ-smb.fr::c3f33ae0-34c3-43cb-b9bd-d8041c9be236" providerId="AD" clId="Web-{BA5A939F-8583-413E-184B-A805961C6DA7}" dt="2025-10-22T14:29:37.985" v="27" actId="1076"/>
          <ac:picMkLst>
            <pc:docMk/>
            <pc:sldMk cId="2595562517" sldId="289"/>
            <ac:picMk id="4" creationId="{5EDFC2C8-3C9A-1CD1-C042-3B866B4B0B1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C32456-4FF3-435F-B03B-B8D0CE646C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AF674-F26D-473E-9D53-48E35C0805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71CB-7D37-4FAB-B9ED-4377A4D8FB2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A715-4835-402B-BB1A-CF0CABC04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AE5A0-5322-48C1-AAD9-D4F92B3C7E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A370-3937-44ED-9988-7642B6F3E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69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EEF79-99CC-4F81-B4D6-D8238D76DBF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C5344-2AF1-4DB7-89C3-3B38D8B6B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FF38DF-3722-4EE9-AE05-26B3C07994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1703" y="1543006"/>
            <a:ext cx="6163056" cy="581558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9E3191-4C97-4E96-BDCA-9CFAAF733D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6238" y="1543006"/>
            <a:ext cx="3244850" cy="5815583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377190" indent="0">
              <a:buNone/>
              <a:defRPr/>
            </a:lvl2pPr>
            <a:lvl3pPr marL="754380" indent="0">
              <a:buNone/>
              <a:defRPr/>
            </a:lvl3pPr>
            <a:lvl4pPr marL="1131570" indent="0">
              <a:buNone/>
              <a:defRPr/>
            </a:lvl4pPr>
            <a:lvl5pPr marL="150876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C1084-4980-48F0-8491-4EDFEE9D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1703" y="154727"/>
            <a:ext cx="9154994" cy="1502305"/>
          </a:xfrm>
        </p:spPr>
        <p:txBody>
          <a:bodyPr>
            <a:normAutofit/>
          </a:bodyPr>
          <a:lstStyle>
            <a:lvl1pPr algn="ctr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EDC26-1C8A-49E6-8649-DC237393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BE249-3B9F-4033-B1C5-264A0EBC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5DA54-7512-48DD-9777-1C5EF5EA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87FA025-9CE5-4D24-88F3-5B393073121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50876" y="116586"/>
            <a:ext cx="9756648" cy="7539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BEC44-041F-4312-9B0C-3A67D7B6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" y="116587"/>
            <a:ext cx="9756648" cy="768604"/>
          </a:xfrm>
        </p:spPr>
        <p:txBody>
          <a:bodyPr anchor="t">
            <a:normAutofit/>
          </a:bodyPr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B180C-9C77-4695-AFDF-D7E0EAD2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0EC47-D9D3-466D-8977-9CE5E7E1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C35B-B517-42A0-BADD-6AF6A83C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C5AF8-D558-466F-A592-16B2A4D3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6FAB-E45B-4FEF-8078-5C0BD6729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EDAE-1AB7-4054-8DD3-4591873A6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EBECA-3212-4A5B-B9AF-C03EDE72AD9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C897-D318-432C-9927-F3D50FB3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7AD6-49F1-4CCF-BF69-04E62D41C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0" r:id="rId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157255-4500-D9C8-2CEE-415F69FB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D6217F-2570-FB04-1454-35371CE3E830}"/>
              </a:ext>
            </a:extLst>
          </p:cNvPr>
          <p:cNvSpPr txBox="1">
            <a:spLocks/>
          </p:cNvSpPr>
          <p:nvPr/>
        </p:nvSpPr>
        <p:spPr>
          <a:xfrm>
            <a:off x="136051" y="5114897"/>
            <a:ext cx="9752866" cy="9345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/>
                <a:cs typeface="Times New Roman"/>
              </a:rPr>
              <a:t>By</a:t>
            </a:r>
          </a:p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/>
                <a:cs typeface="Times New Roman"/>
              </a:rPr>
              <a:t>ROBO-UN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C5791-84A4-D40C-705E-FF462CE1D6C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>
              <a:solidFill>
                <a:schemeClr val="bg1"/>
              </a:solidFill>
              <a:ea typeface="Source Sans Pro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EE9371-3AD5-004A-E9AA-9F24DED9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0" y="153837"/>
            <a:ext cx="2267912" cy="7677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713B307-9DA7-4117-AAFE-35EEC160A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795" y="137544"/>
            <a:ext cx="2662458" cy="767751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EF5392FE-9E51-7DFD-F849-89C0F82FC7FD}"/>
              </a:ext>
            </a:extLst>
          </p:cNvPr>
          <p:cNvSpPr txBox="1">
            <a:spLocks/>
          </p:cNvSpPr>
          <p:nvPr/>
        </p:nvSpPr>
        <p:spPr>
          <a:xfrm>
            <a:off x="8498866" y="7461283"/>
            <a:ext cx="1960461" cy="44575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2000" b="1">
                <a:ln w="41275"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Page-01</a:t>
            </a:r>
          </a:p>
          <a:p>
            <a:pPr algn="l">
              <a:lnSpc>
                <a:spcPct val="75000"/>
              </a:lnSpc>
            </a:pPr>
            <a:endParaRPr lang="en-US" sz="8000">
              <a:ln w="41275">
                <a:noFill/>
              </a:ln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1CE8C-C427-9A7D-71F2-F89E8418732D}"/>
              </a:ext>
            </a:extLst>
          </p:cNvPr>
          <p:cNvSpPr txBox="1"/>
          <p:nvPr/>
        </p:nvSpPr>
        <p:spPr>
          <a:xfrm>
            <a:off x="127942" y="1108662"/>
            <a:ext cx="3230768" cy="4010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0070C0"/>
                </a:solidFill>
                <a:ea typeface="Source Sans Pro"/>
              </a:rPr>
              <a:t>Thursday, 23 Oct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6F006-75FC-F893-9D41-86E6B6722A45}"/>
              </a:ext>
            </a:extLst>
          </p:cNvPr>
          <p:cNvSpPr/>
          <p:nvPr/>
        </p:nvSpPr>
        <p:spPr>
          <a:xfrm>
            <a:off x="11279" y="2677126"/>
            <a:ext cx="10063379" cy="1633543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PROJ703/ PROJ903 International Challenge Project “Eurobot”</a:t>
            </a:r>
          </a:p>
          <a:p>
            <a:pPr algn="ctr"/>
            <a:endParaRPr lang="en-US" sz="2000">
              <a:ea typeface="Source Sans Pro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FAEE5F1C-16CC-CED4-16A3-6CC3B51EA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906" y="834216"/>
            <a:ext cx="1875341" cy="16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0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CF7AEB-6C9E-5B79-D18E-D6709FFB6C6A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02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889B9-DD29-0AA0-B00C-66E3D7826C72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Table of Content 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205217-C744-C15A-EA87-7FA0E54E350E}"/>
              </a:ext>
            </a:extLst>
          </p:cNvPr>
          <p:cNvSpPr/>
          <p:nvPr/>
        </p:nvSpPr>
        <p:spPr>
          <a:xfrm>
            <a:off x="684618" y="1375002"/>
            <a:ext cx="8193042" cy="527028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b="1" dirty="0">
                <a:latin typeface="Times New Roman"/>
                <a:ea typeface="Source Sans Pro"/>
                <a:cs typeface="Times New Roman"/>
              </a:rPr>
              <a:t>Progress Report -03</a:t>
            </a:r>
          </a:p>
          <a:p>
            <a:pPr algn="ctr"/>
            <a:r>
              <a:rPr lang="en-US" sz="4000" b="1" dirty="0">
                <a:latin typeface="Times New Roman"/>
                <a:ea typeface="Source Sans Pro"/>
                <a:cs typeface="Times New Roman"/>
              </a:rPr>
              <a:t>Simulation -04</a:t>
            </a:r>
          </a:p>
          <a:p>
            <a:pPr algn="ctr"/>
            <a:r>
              <a:rPr lang="en-US" sz="4000" b="1" dirty="0">
                <a:latin typeface="Times New Roman"/>
                <a:ea typeface="Source Sans Pro"/>
                <a:cs typeface="Times New Roman"/>
              </a:rPr>
              <a:t>Research -05</a:t>
            </a:r>
          </a:p>
          <a:p>
            <a:pPr algn="ctr"/>
            <a:r>
              <a:rPr lang="en-US" sz="4000" b="1" dirty="0">
                <a:latin typeface="Times New Roman"/>
                <a:ea typeface="Source Sans Pro"/>
                <a:cs typeface="Times New Roman"/>
              </a:rPr>
              <a:t>Electronics-06</a:t>
            </a:r>
          </a:p>
          <a:p>
            <a:pPr algn="ctr"/>
            <a:r>
              <a:rPr lang="en-US" sz="4000" b="1" dirty="0">
                <a:latin typeface="Times New Roman"/>
                <a:ea typeface="Source Sans Pro"/>
                <a:cs typeface="Times New Roman"/>
              </a:rPr>
              <a:t>Project Management –07+08</a:t>
            </a:r>
          </a:p>
        </p:txBody>
      </p:sp>
    </p:spTree>
    <p:extLst>
      <p:ext uri="{BB962C8B-B14F-4D97-AF65-F5344CB8AC3E}">
        <p14:creationId xmlns:p14="http://schemas.microsoft.com/office/powerpoint/2010/main" val="194372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C899-62AC-210D-D2A9-104873F5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41BCD2-D53E-C811-9079-C42D68B28F70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03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DEF3A-CFD0-889C-169D-679F8055EAAB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PROGRESS REPORT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FD6E882-56CF-54F1-9776-E617B012D290}"/>
              </a:ext>
            </a:extLst>
          </p:cNvPr>
          <p:cNvSpPr txBox="1"/>
          <p:nvPr/>
        </p:nvSpPr>
        <p:spPr>
          <a:xfrm>
            <a:off x="650322" y="1810136"/>
            <a:ext cx="8750838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What we have done: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Simulation: Fixed earlier issues with imports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Research: General OpenCV line/object detection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Strategies: Committed to more basic routing and strategy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Selection of Electronic Components </a:t>
            </a:r>
          </a:p>
          <a:p>
            <a:pPr marL="342900" indent="-342900">
              <a:buFont typeface="Arial"/>
              <a:buChar char="•"/>
            </a:pPr>
            <a:endParaRPr lang="en-US" sz="2400" b="1">
              <a:latin typeface="Times New Roman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What we have to do for next session: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Simulation: Get a route simulated on a 2D plane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Design: Adapt design to new route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Strategies: Optimize the pathing for the simplest route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Research: Refine the OpenCV templates</a:t>
            </a:r>
          </a:p>
          <a:p>
            <a:pPr marL="852170" lvl="1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/>
              </a:rPr>
              <a:t>Refining of Electronic Components </a:t>
            </a:r>
          </a:p>
        </p:txBody>
      </p:sp>
    </p:spTree>
    <p:extLst>
      <p:ext uri="{BB962C8B-B14F-4D97-AF65-F5344CB8AC3E}">
        <p14:creationId xmlns:p14="http://schemas.microsoft.com/office/powerpoint/2010/main" val="142415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F68D-056A-ACE1-8ABC-F3468C4E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95C8FD-89DB-FDD9-2D58-F4F4F1BD7F1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04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15001-234D-4F24-EBA8-EC2DFB3BA9C2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SIMULATION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F68507-9DD0-C7F8-E104-32985A27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9" y="2291999"/>
            <a:ext cx="4878561" cy="320074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7A315E58-BE1E-3966-927A-389E9C99169C}"/>
              </a:ext>
            </a:extLst>
          </p:cNvPr>
          <p:cNvSpPr txBox="1"/>
          <p:nvPr/>
        </p:nvSpPr>
        <p:spPr>
          <a:xfrm>
            <a:off x="415832" y="5671662"/>
            <a:ext cx="4184448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Added walls to the playmat</a:t>
            </a:r>
            <a:endParaRPr lang="en-US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Updated the playmat skin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06883BA6-1048-93C8-45DF-73F9B509B05E}"/>
              </a:ext>
            </a:extLst>
          </p:cNvPr>
          <p:cNvSpPr txBox="1"/>
          <p:nvPr/>
        </p:nvSpPr>
        <p:spPr>
          <a:xfrm>
            <a:off x="5463340" y="5671661"/>
            <a:ext cx="418444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Added camera on the robot</a:t>
            </a:r>
            <a:endParaRPr lang="en-US" dirty="0">
              <a:ea typeface="Source Sans Pr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0B2366-B07A-8F15-CB39-2FBB89B49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61" y="2807068"/>
            <a:ext cx="4940269" cy="268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3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39C7-BA70-B5AB-1043-841303B6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7D6721-7A87-1826-F789-E562A167F37C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05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8F1FEF-2E84-92D3-3755-1E812F94C994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RESEARCH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DFC2C8-3C9A-1CD1-C042-3B866B4B0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645" y="2195830"/>
            <a:ext cx="5212055" cy="4762500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C1FA7383-AB70-F4A1-94CA-601D06E22CB7}"/>
              </a:ext>
            </a:extLst>
          </p:cNvPr>
          <p:cNvSpPr txBox="1"/>
          <p:nvPr/>
        </p:nvSpPr>
        <p:spPr>
          <a:xfrm>
            <a:off x="650322" y="1365999"/>
            <a:ext cx="8750838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ctr">
              <a:buFont typeface="Arial"/>
              <a:buChar char="•"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Designed basic templates for the basic OpenCV functions we need (line following, object/shape detection)</a:t>
            </a:r>
            <a:endParaRPr lang="en-US" sz="20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59556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17FC-3B55-100A-2A1E-B826AF5E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A197DF-C94F-54E5-6331-6326068F3DBC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06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CE928D-D2F4-B3FE-A544-EDBB4D5DB0C5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ELECTRONICS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ACD1FB-DABE-517F-D8FD-B121BEE5D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081733"/>
              </p:ext>
            </p:extLst>
          </p:nvPr>
        </p:nvGraphicFramePr>
        <p:xfrm>
          <a:off x="535654" y="1161393"/>
          <a:ext cx="8889532" cy="5228433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4444766">
                  <a:extLst>
                    <a:ext uri="{9D8B030D-6E8A-4147-A177-3AD203B41FA5}">
                      <a16:colId xmlns:a16="http://schemas.microsoft.com/office/drawing/2014/main" val="718034164"/>
                    </a:ext>
                  </a:extLst>
                </a:gridCol>
                <a:gridCol w="4444766">
                  <a:extLst>
                    <a:ext uri="{9D8B030D-6E8A-4147-A177-3AD203B41FA5}">
                      <a16:colId xmlns:a16="http://schemas.microsoft.com/office/drawing/2014/main" val="3800555762"/>
                    </a:ext>
                  </a:extLst>
                </a:gridCol>
              </a:tblGrid>
              <a:tr h="53351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b="1" dirty="0">
                          <a:effectLst/>
                        </a:rP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b="1" dirty="0">
                          <a:effectLst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762513"/>
                  </a:ext>
                </a:extLst>
              </a:tr>
              <a:tr h="5868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Wheels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 err="1">
                          <a:effectLst/>
                        </a:rPr>
                        <a:t>Mecanum</a:t>
                      </a:r>
                      <a:r>
                        <a:rPr lang="en-US" sz="2000" dirty="0">
                          <a:effectLst/>
                        </a:rPr>
                        <a:t> wheels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94419"/>
                  </a:ext>
                </a:extLst>
              </a:tr>
              <a:tr h="58686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effectLst/>
                        </a:rPr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effectLst/>
                        </a:rPr>
                        <a:t>Battery LiPo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465427"/>
                  </a:ext>
                </a:extLst>
              </a:tr>
              <a:tr h="5868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Servomotors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MG90 and SG90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215289"/>
                  </a:ext>
                </a:extLst>
              </a:tr>
              <a:tr h="5868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Motor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Double BTS7960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151994"/>
                  </a:ext>
                </a:extLst>
              </a:tr>
              <a:tr h="5868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Microcontroller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Raspberry PI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1343"/>
                  </a:ext>
                </a:extLst>
              </a:tr>
              <a:tr h="5868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Microcontroller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ESP32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316410"/>
                  </a:ext>
                </a:extLst>
              </a:tr>
              <a:tr h="5868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IMX219PQ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820920"/>
                  </a:ext>
                </a:extLst>
              </a:tr>
              <a:tr h="5868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Ultrasonic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Adafruit 3942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74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2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4184DC-30C3-7FC5-D76B-372A1426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8DFCA6-8614-D3F0-38DA-DC6CA75800C8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PROJECT MANAGEMENT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B245E0-2190-5F70-7BA9-EB0D2F1E550A}"/>
              </a:ext>
            </a:extLst>
          </p:cNvPr>
          <p:cNvSpPr txBox="1"/>
          <p:nvPr/>
        </p:nvSpPr>
        <p:spPr>
          <a:xfrm>
            <a:off x="1037955" y="1183269"/>
            <a:ext cx="792997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ea typeface="Source Sans Pro"/>
              </a:rPr>
              <a:t>WBS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D749BD-1F89-0F79-95D7-1BC8AAB30002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08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pic>
        <p:nvPicPr>
          <p:cNvPr id="2" name="Picture 1" descr="A diagram of software development&#10;&#10;AI-generated content may be incorrect.">
            <a:extLst>
              <a:ext uri="{FF2B5EF4-FFF2-40B4-BE49-F238E27FC236}">
                <a16:creationId xmlns:a16="http://schemas.microsoft.com/office/drawing/2014/main" id="{11C3FD1D-8898-07A4-5D8C-A02A9CAED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4443"/>
            <a:ext cx="10063196" cy="462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08BC-3638-058C-671E-F5A923F9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474C4E-CC3D-3E77-9E17-ECF085408E6F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07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7B79B7-110B-B342-5983-884AFA5FB6F8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PROJECT MANAGEMENT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B53B5-FD70-599D-A8AE-F7255A9A9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96" y="1541254"/>
            <a:ext cx="9929720" cy="470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06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45264798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FF66"/>
      </a:accent1>
      <a:accent2>
        <a:srgbClr val="300BE5"/>
      </a:accent2>
      <a:accent3>
        <a:srgbClr val="DFFE00"/>
      </a:accent3>
      <a:accent4>
        <a:srgbClr val="FD124A"/>
      </a:accent4>
      <a:accent5>
        <a:srgbClr val="FF19FD"/>
      </a:accent5>
      <a:accent6>
        <a:srgbClr val="19D5FE"/>
      </a:accent6>
      <a:hlink>
        <a:srgbClr val="5F5F5F"/>
      </a:hlink>
      <a:folHlink>
        <a:srgbClr val="919191"/>
      </a:folHlink>
    </a:clrScheme>
    <a:fontScheme name="Custom 86">
      <a:majorFont>
        <a:latin typeface="Berlin Sans FB Demi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264798_wac_SD_v5" id="{40E6E9B9-CF4E-4464-9D2D-205DF6E23046}" vid="{7D5F2785-6683-478C-8695-7A8F820B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A651AF-9BEE-4840-8A44-08686736E903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0" ma:contentTypeDescription="Create a new document." ma:contentTypeScope="" ma:versionID="0e33eed49d787f4e9036d3bd5e5c3f72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2cc2c6295fc58c67ead2f0082c13f2e7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b8587-c05e-4dfb-9297-115e0a821a3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AFD841-9385-4F7E-A5A9-AECA7F588967}">
  <ds:schemaRefs>
    <ds:schemaRef ds:uri="6362ed64-5462-414c-9803-0603109fd2d2"/>
    <ds:schemaRef ds:uri="d130cb11-9037-4762-b78b-51c9d4985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90D39AA-B01B-4DF7-957A-AAD9913F290E}">
  <ds:schemaRefs>
    <ds:schemaRef ds:uri="6362ed64-5462-414c-9803-0603109fd2d2"/>
    <ds:schemaRef ds:uri="d130cb11-9037-4762-b78b-51c9d4985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1D676D5-91E3-4621-859D-BFBE42CCCD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21e9783-d0a0-48f8-850e-0b081b46d788}" enabled="0" method="" siteId="{e21e9783-d0a0-48f8-850e-0b081b46d78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Robots coloring book</Template>
  <Application>Microsoft Office PowerPoint</Application>
  <PresentationFormat>Custom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Cover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Page</dc:title>
  <dc:creator>Samsaam Ali Baig</dc:creator>
  <cp:revision>50</cp:revision>
  <dcterms:created xsi:type="dcterms:W3CDTF">2025-02-25T07:51:29Z</dcterms:created>
  <dcterms:modified xsi:type="dcterms:W3CDTF">2025-10-22T22:01:50Z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  <property fmtid="{D5CDD505-2E9C-101B-9397-08002B2CF9AE}" pid="3" name="MediaServiceImageTags">
    <vt:lpwstr/>
  </property>
</Properties>
</file>