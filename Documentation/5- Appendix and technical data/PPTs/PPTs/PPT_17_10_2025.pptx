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1" r:id="rId5"/>
    <p:sldId id="282" r:id="rId6"/>
    <p:sldId id="283" r:id="rId7"/>
    <p:sldId id="288" r:id="rId8"/>
    <p:sldId id="289" r:id="rId9"/>
    <p:sldId id="286" r:id="rId10"/>
    <p:sldId id="290" r:id="rId11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18D6F-FA32-EEE1-553B-BDC02779ECA1}" v="7" dt="2025-10-15T09:16:16.541"/>
    <p1510:client id="{87B76BF3-09A8-0232-6302-94DD7A86064A}" v="490" dt="2025-10-16T20:34:12.112"/>
    <p1510:client id="{93091B85-9271-B977-99AC-47DBD5AD018F}" v="7" dt="2025-10-16T22:50:57.109"/>
    <p1510:client id="{ABFE80F9-5C12-0BE0-5970-97CF837724AF}" v="71" dt="2025-10-15T08:54:46.043"/>
    <p1510:client id="{B22FD7DE-B12F-9479-4413-32C318A1E1D0}" v="488" dt="2025-10-16T20:42:22.369"/>
    <p1510:client id="{D99B828D-9294-C7B2-D03F-2B5362EC57E5}" v="33" dt="2025-10-16T19:46:21.753"/>
    <p1510:client id="{ECB6FF1F-7D0D-8760-6A34-EE16206A1D73}" v="181" dt="2025-10-16T22:38:24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aam-Ali Baig" userId="S::samsaam-ali.baig@etu.univ-smb.fr::e774e39e-b71f-495a-b2c4-4031f2c15ea7" providerId="AD" clId="Web-{ECB6FF1F-7D0D-8760-6A34-EE16206A1D73}"/>
    <pc:docChg chg="modSld">
      <pc:chgData name="Samsaam-Ali Baig" userId="S::samsaam-ali.baig@etu.univ-smb.fr::e774e39e-b71f-495a-b2c4-4031f2c15ea7" providerId="AD" clId="Web-{ECB6FF1F-7D0D-8760-6A34-EE16206A1D73}" dt="2025-10-16T22:38:21.817" v="137"/>
      <pc:docMkLst>
        <pc:docMk/>
      </pc:docMkLst>
      <pc:sldChg chg="modSp">
        <pc:chgData name="Samsaam-Ali Baig" userId="S::samsaam-ali.baig@etu.univ-smb.fr::e774e39e-b71f-495a-b2c4-4031f2c15ea7" providerId="AD" clId="Web-{ECB6FF1F-7D0D-8760-6A34-EE16206A1D73}" dt="2025-10-16T22:24:12.414" v="19" actId="20577"/>
        <pc:sldMkLst>
          <pc:docMk/>
          <pc:sldMk cId="1424150488" sldId="283"/>
        </pc:sldMkLst>
        <pc:spChg chg="mod">
          <ac:chgData name="Samsaam-Ali Baig" userId="S::samsaam-ali.baig@etu.univ-smb.fr::e774e39e-b71f-495a-b2c4-4031f2c15ea7" providerId="AD" clId="Web-{ECB6FF1F-7D0D-8760-6A34-EE16206A1D73}" dt="2025-10-16T22:24:12.414" v="19" actId="20577"/>
          <ac:spMkLst>
            <pc:docMk/>
            <pc:sldMk cId="1424150488" sldId="283"/>
            <ac:spMk id="2" creationId="{1FD6E882-56CF-54F1-9776-E617B012D290}"/>
          </ac:spMkLst>
        </pc:spChg>
      </pc:sldChg>
      <pc:sldChg chg="modSp">
        <pc:chgData name="Samsaam-Ali Baig" userId="S::samsaam-ali.baig@etu.univ-smb.fr::e774e39e-b71f-495a-b2c4-4031f2c15ea7" providerId="AD" clId="Web-{ECB6FF1F-7D0D-8760-6A34-EE16206A1D73}" dt="2025-10-16T22:24:27.196" v="23"/>
        <pc:sldMkLst>
          <pc:docMk/>
          <pc:sldMk cId="3823838768" sldId="288"/>
        </pc:sldMkLst>
        <pc:picChg chg="mod modCrop">
          <ac:chgData name="Samsaam-Ali Baig" userId="S::samsaam-ali.baig@etu.univ-smb.fr::e774e39e-b71f-495a-b2c4-4031f2c15ea7" providerId="AD" clId="Web-{ECB6FF1F-7D0D-8760-6A34-EE16206A1D73}" dt="2025-10-16T22:24:27.196" v="23"/>
          <ac:picMkLst>
            <pc:docMk/>
            <pc:sldMk cId="3823838768" sldId="288"/>
            <ac:picMk id="2" creationId="{CB5C69C2-5386-787B-E990-9EB218E49A61}"/>
          </ac:picMkLst>
        </pc:picChg>
      </pc:sldChg>
      <pc:sldChg chg="addSp delSp modSp">
        <pc:chgData name="Samsaam-Ali Baig" userId="S::samsaam-ali.baig@etu.univ-smb.fr::e774e39e-b71f-495a-b2c4-4031f2c15ea7" providerId="AD" clId="Web-{ECB6FF1F-7D0D-8760-6A34-EE16206A1D73}" dt="2025-10-16T22:25:31.198" v="37" actId="20577"/>
        <pc:sldMkLst>
          <pc:docMk/>
          <pc:sldMk cId="2595562517" sldId="289"/>
        </pc:sldMkLst>
        <pc:spChg chg="del mod">
          <ac:chgData name="Samsaam-Ali Baig" userId="S::samsaam-ali.baig@etu.univ-smb.fr::e774e39e-b71f-495a-b2c4-4031f2c15ea7" providerId="AD" clId="Web-{ECB6FF1F-7D0D-8760-6A34-EE16206A1D73}" dt="2025-10-16T22:25:13.775" v="32"/>
          <ac:spMkLst>
            <pc:docMk/>
            <pc:sldMk cId="2595562517" sldId="289"/>
            <ac:spMk id="4" creationId="{E815D788-659F-CB52-AE5A-22C04249E64E}"/>
          </ac:spMkLst>
        </pc:spChg>
        <pc:spChg chg="add mod">
          <ac:chgData name="Samsaam-Ali Baig" userId="S::samsaam-ali.baig@etu.univ-smb.fr::e774e39e-b71f-495a-b2c4-4031f2c15ea7" providerId="AD" clId="Web-{ECB6FF1F-7D0D-8760-6A34-EE16206A1D73}" dt="2025-10-16T22:25:31.198" v="37" actId="20577"/>
          <ac:spMkLst>
            <pc:docMk/>
            <pc:sldMk cId="2595562517" sldId="289"/>
            <ac:spMk id="8" creationId="{DA60BCE4-A04E-39A5-5C0F-A3D213BBDF42}"/>
          </ac:spMkLst>
        </pc:spChg>
      </pc:sldChg>
      <pc:sldChg chg="modSp">
        <pc:chgData name="Samsaam-Ali Baig" userId="S::samsaam-ali.baig@etu.univ-smb.fr::e774e39e-b71f-495a-b2c4-4031f2c15ea7" providerId="AD" clId="Web-{ECB6FF1F-7D0D-8760-6A34-EE16206A1D73}" dt="2025-10-16T22:38:21.817" v="137"/>
        <pc:sldMkLst>
          <pc:docMk/>
          <pc:sldMk cId="1526006032" sldId="290"/>
        </pc:sldMkLst>
        <pc:graphicFrameChg chg="mod modGraphic">
          <ac:chgData name="Samsaam-Ali Baig" userId="S::samsaam-ali.baig@etu.univ-smb.fr::e774e39e-b71f-495a-b2c4-4031f2c15ea7" providerId="AD" clId="Web-{ECB6FF1F-7D0D-8760-6A34-EE16206A1D73}" dt="2025-10-16T22:38:21.817" v="137"/>
          <ac:graphicFrameMkLst>
            <pc:docMk/>
            <pc:sldMk cId="1526006032" sldId="290"/>
            <ac:graphicFrameMk id="3" creationId="{DE5A1AE6-02B0-773D-03F9-768DE6A567DD}"/>
          </ac:graphicFrameMkLst>
        </pc:graphicFrameChg>
      </pc:sldChg>
    </pc:docChg>
  </pc:docChgLst>
  <pc:docChgLst>
    <pc:chgData name="Papa-Madiara Sene" userId="S::papa-madiara.sene@etu.univ-smb.fr::3095c3e5-2e0b-4de2-a5fa-758dccb09853" providerId="AD" clId="Web-{87B76BF3-09A8-0232-6302-94DD7A86064A}"/>
    <pc:docChg chg="modSld">
      <pc:chgData name="Papa-Madiara Sene" userId="S::papa-madiara.sene@etu.univ-smb.fr::3095c3e5-2e0b-4de2-a5fa-758dccb09853" providerId="AD" clId="Web-{87B76BF3-09A8-0232-6302-94DD7A86064A}" dt="2025-10-16T20:33:48.924" v="471"/>
      <pc:docMkLst>
        <pc:docMk/>
      </pc:docMkLst>
      <pc:sldChg chg="addSp modSp">
        <pc:chgData name="Papa-Madiara Sene" userId="S::papa-madiara.sene@etu.univ-smb.fr::3095c3e5-2e0b-4de2-a5fa-758dccb09853" providerId="AD" clId="Web-{87B76BF3-09A8-0232-6302-94DD7A86064A}" dt="2025-10-16T20:33:48.924" v="471"/>
        <pc:sldMkLst>
          <pc:docMk/>
          <pc:sldMk cId="1526006032" sldId="290"/>
        </pc:sldMkLst>
        <pc:spChg chg="add mod">
          <ac:chgData name="Papa-Madiara Sene" userId="S::papa-madiara.sene@etu.univ-smb.fr::3095c3e5-2e0b-4de2-a5fa-758dccb09853" providerId="AD" clId="Web-{87B76BF3-09A8-0232-6302-94DD7A86064A}" dt="2025-10-16T20:17:15.495" v="12" actId="20577"/>
          <ac:spMkLst>
            <pc:docMk/>
            <pc:sldMk cId="1526006032" sldId="290"/>
            <ac:spMk id="2" creationId="{7B5C1293-9290-46EB-D184-C95B746A3F3C}"/>
          </ac:spMkLst>
        </pc:spChg>
        <pc:graphicFrameChg chg="add mod modGraphic">
          <ac:chgData name="Papa-Madiara Sene" userId="S::papa-madiara.sene@etu.univ-smb.fr::3095c3e5-2e0b-4de2-a5fa-758dccb09853" providerId="AD" clId="Web-{87B76BF3-09A8-0232-6302-94DD7A86064A}" dt="2025-10-16T20:33:48.924" v="471"/>
          <ac:graphicFrameMkLst>
            <pc:docMk/>
            <pc:sldMk cId="1526006032" sldId="290"/>
            <ac:graphicFrameMk id="3" creationId="{DE5A1AE6-02B0-773D-03F9-768DE6A567DD}"/>
          </ac:graphicFrameMkLst>
        </pc:graphicFrameChg>
      </pc:sldChg>
    </pc:docChg>
  </pc:docChgLst>
  <pc:docChgLst>
    <pc:chgData name="Zad Abou-Jaoude" userId="S::zad.abou-jaoude@etu.univ-smb.fr::c3f33ae0-34c3-43cb-b9bd-d8041c9be236" providerId="AD" clId="Web-{B22FD7DE-B12F-9479-4413-32C318A1E1D0}"/>
    <pc:docChg chg="modSld">
      <pc:chgData name="Zad Abou-Jaoude" userId="S::zad.abou-jaoude@etu.univ-smb.fr::c3f33ae0-34c3-43cb-b9bd-d8041c9be236" providerId="AD" clId="Web-{B22FD7DE-B12F-9479-4413-32C318A1E1D0}" dt="2025-10-16T20:42:22.369" v="258" actId="20577"/>
      <pc:docMkLst>
        <pc:docMk/>
      </pc:docMkLst>
      <pc:sldChg chg="modSp">
        <pc:chgData name="Zad Abou-Jaoude" userId="S::zad.abou-jaoude@etu.univ-smb.fr::c3f33ae0-34c3-43cb-b9bd-d8041c9be236" providerId="AD" clId="Web-{B22FD7DE-B12F-9479-4413-32C318A1E1D0}" dt="2025-10-16T20:42:22.369" v="258" actId="20577"/>
        <pc:sldMkLst>
          <pc:docMk/>
          <pc:sldMk cId="3184506572" sldId="281"/>
        </pc:sldMkLst>
        <pc:spChg chg="mod">
          <ac:chgData name="Zad Abou-Jaoude" userId="S::zad.abou-jaoude@etu.univ-smb.fr::c3f33ae0-34c3-43cb-b9bd-d8041c9be236" providerId="AD" clId="Web-{B22FD7DE-B12F-9479-4413-32C318A1E1D0}" dt="2025-10-16T20:42:22.369" v="258" actId="20577"/>
          <ac:spMkLst>
            <pc:docMk/>
            <pc:sldMk cId="3184506572" sldId="281"/>
            <ac:spMk id="3" creationId="{FA01CE8C-C427-9A7D-71F2-F89E8418732D}"/>
          </ac:spMkLst>
        </pc:spChg>
      </pc:sldChg>
      <pc:sldChg chg="modSp">
        <pc:chgData name="Zad Abou-Jaoude" userId="S::zad.abou-jaoude@etu.univ-smb.fr::c3f33ae0-34c3-43cb-b9bd-d8041c9be236" providerId="AD" clId="Web-{B22FD7DE-B12F-9479-4413-32C318A1E1D0}" dt="2025-10-16T20:29:48.150" v="69" actId="20577"/>
        <pc:sldMkLst>
          <pc:docMk/>
          <pc:sldMk cId="1424150488" sldId="283"/>
        </pc:sldMkLst>
        <pc:spChg chg="mod">
          <ac:chgData name="Zad Abou-Jaoude" userId="S::zad.abou-jaoude@etu.univ-smb.fr::c3f33ae0-34c3-43cb-b9bd-d8041c9be236" providerId="AD" clId="Web-{B22FD7DE-B12F-9479-4413-32C318A1E1D0}" dt="2025-10-16T20:29:48.150" v="69" actId="20577"/>
          <ac:spMkLst>
            <pc:docMk/>
            <pc:sldMk cId="1424150488" sldId="283"/>
            <ac:spMk id="2" creationId="{1FD6E882-56CF-54F1-9776-E617B012D290}"/>
          </ac:spMkLst>
        </pc:spChg>
      </pc:sldChg>
      <pc:sldChg chg="addSp modSp">
        <pc:chgData name="Zad Abou-Jaoude" userId="S::zad.abou-jaoude@etu.univ-smb.fr::c3f33ae0-34c3-43cb-b9bd-d8041c9be236" providerId="AD" clId="Web-{B22FD7DE-B12F-9479-4413-32C318A1E1D0}" dt="2025-10-16T20:39:44.025" v="239" actId="1076"/>
        <pc:sldMkLst>
          <pc:docMk/>
          <pc:sldMk cId="3823838768" sldId="288"/>
        </pc:sldMkLst>
        <pc:spChg chg="add mod">
          <ac:chgData name="Zad Abou-Jaoude" userId="S::zad.abou-jaoude@etu.univ-smb.fr::c3f33ae0-34c3-43cb-b9bd-d8041c9be236" providerId="AD" clId="Web-{B22FD7DE-B12F-9479-4413-32C318A1E1D0}" dt="2025-10-16T20:39:44.025" v="239" actId="1076"/>
          <ac:spMkLst>
            <pc:docMk/>
            <pc:sldMk cId="3823838768" sldId="288"/>
            <ac:spMk id="3" creationId="{8A9BF8AF-5258-E1D0-29FF-34321F2EB7ED}"/>
          </ac:spMkLst>
        </pc:spChg>
        <pc:picChg chg="add mod">
          <ac:chgData name="Zad Abou-Jaoude" userId="S::zad.abou-jaoude@etu.univ-smb.fr::c3f33ae0-34c3-43cb-b9bd-d8041c9be236" providerId="AD" clId="Web-{B22FD7DE-B12F-9479-4413-32C318A1E1D0}" dt="2025-10-16T20:39:15.056" v="229" actId="1076"/>
          <ac:picMkLst>
            <pc:docMk/>
            <pc:sldMk cId="3823838768" sldId="288"/>
            <ac:picMk id="2" creationId="{CB5C69C2-5386-787B-E990-9EB218E49A61}"/>
          </ac:picMkLst>
        </pc:picChg>
      </pc:sldChg>
      <pc:sldChg chg="modSp">
        <pc:chgData name="Zad Abou-Jaoude" userId="S::zad.abou-jaoude@etu.univ-smb.fr::c3f33ae0-34c3-43cb-b9bd-d8041c9be236" providerId="AD" clId="Web-{B22FD7DE-B12F-9479-4413-32C318A1E1D0}" dt="2025-10-16T20:41:34.275" v="250" actId="20577"/>
        <pc:sldMkLst>
          <pc:docMk/>
          <pc:sldMk cId="1526006032" sldId="290"/>
        </pc:sldMkLst>
        <pc:spChg chg="mod">
          <ac:chgData name="Zad Abou-Jaoude" userId="S::zad.abou-jaoude@etu.univ-smb.fr::c3f33ae0-34c3-43cb-b9bd-d8041c9be236" providerId="AD" clId="Web-{B22FD7DE-B12F-9479-4413-32C318A1E1D0}" dt="2025-10-16T20:41:34.275" v="250" actId="20577"/>
          <ac:spMkLst>
            <pc:docMk/>
            <pc:sldMk cId="1526006032" sldId="290"/>
            <ac:spMk id="2" creationId="{7B5C1293-9290-46EB-D184-C95B746A3F3C}"/>
          </ac:spMkLst>
        </pc:spChg>
        <pc:graphicFrameChg chg="mod modGraphic">
          <ac:chgData name="Zad Abou-Jaoude" userId="S::zad.abou-jaoude@etu.univ-smb.fr::c3f33ae0-34c3-43cb-b9bd-d8041c9be236" providerId="AD" clId="Web-{B22FD7DE-B12F-9479-4413-32C318A1E1D0}" dt="2025-10-16T20:41:26.337" v="249"/>
          <ac:graphicFrameMkLst>
            <pc:docMk/>
            <pc:sldMk cId="1526006032" sldId="290"/>
            <ac:graphicFrameMk id="3" creationId="{DE5A1AE6-02B0-773D-03F9-768DE6A567DD}"/>
          </ac:graphicFrameMkLst>
        </pc:graphicFrameChg>
      </pc:sldChg>
    </pc:docChg>
  </pc:docChgLst>
  <pc:docChgLst>
    <pc:chgData name="Samsaam-Ali Baig" userId="S::samsaam-ali.baig@etu.univ-smb.fr::e774e39e-b71f-495a-b2c4-4031f2c15ea7" providerId="AD" clId="Web-{93091B85-9271-B977-99AC-47DBD5AD018F}"/>
    <pc:docChg chg="modSld">
      <pc:chgData name="Samsaam-Ali Baig" userId="S::samsaam-ali.baig@etu.univ-smb.fr::e774e39e-b71f-495a-b2c4-4031f2c15ea7" providerId="AD" clId="Web-{93091B85-9271-B977-99AC-47DBD5AD018F}" dt="2025-10-16T22:50:57.109" v="4" actId="14100"/>
      <pc:docMkLst>
        <pc:docMk/>
      </pc:docMkLst>
      <pc:sldChg chg="modSp">
        <pc:chgData name="Samsaam-Ali Baig" userId="S::samsaam-ali.baig@etu.univ-smb.fr::e774e39e-b71f-495a-b2c4-4031f2c15ea7" providerId="AD" clId="Web-{93091B85-9271-B977-99AC-47DBD5AD018F}" dt="2025-10-16T22:50:57.109" v="4" actId="14100"/>
        <pc:sldMkLst>
          <pc:docMk/>
          <pc:sldMk cId="3823838768" sldId="288"/>
        </pc:sldMkLst>
        <pc:spChg chg="mod">
          <ac:chgData name="Samsaam-Ali Baig" userId="S::samsaam-ali.baig@etu.univ-smb.fr::e774e39e-b71f-495a-b2c4-4031f2c15ea7" providerId="AD" clId="Web-{93091B85-9271-B977-99AC-47DBD5AD018F}" dt="2025-10-16T22:50:57.109" v="4" actId="14100"/>
          <ac:spMkLst>
            <pc:docMk/>
            <pc:sldMk cId="3823838768" sldId="288"/>
            <ac:spMk id="3" creationId="{8A9BF8AF-5258-E1D0-29FF-34321F2EB7ED}"/>
          </ac:spMkLst>
        </pc:spChg>
      </pc:sldChg>
    </pc:docChg>
  </pc:docChgLst>
  <pc:docChgLst>
    <pc:chgData name="Zad Abou-Jaoude" userId="S::zad.abou-jaoude@etu.univ-smb.fr::c3f33ae0-34c3-43cb-b9bd-d8041c9be236" providerId="AD" clId="Web-{ABFE80F9-5C12-0BE0-5970-97CF837724AF}"/>
    <pc:docChg chg="modSld">
      <pc:chgData name="Zad Abou-Jaoude" userId="S::zad.abou-jaoude@etu.univ-smb.fr::c3f33ae0-34c3-43cb-b9bd-d8041c9be236" providerId="AD" clId="Web-{ABFE80F9-5C12-0BE0-5970-97CF837724AF}" dt="2025-10-15T08:54:46.043" v="35" actId="20577"/>
      <pc:docMkLst>
        <pc:docMk/>
      </pc:docMkLst>
      <pc:sldChg chg="modSp">
        <pc:chgData name="Zad Abou-Jaoude" userId="S::zad.abou-jaoude@etu.univ-smb.fr::c3f33ae0-34c3-43cb-b9bd-d8041c9be236" providerId="AD" clId="Web-{ABFE80F9-5C12-0BE0-5970-97CF837724AF}" dt="2025-10-15T08:54:46.043" v="35" actId="20577"/>
        <pc:sldMkLst>
          <pc:docMk/>
          <pc:sldMk cId="1424150488" sldId="283"/>
        </pc:sldMkLst>
        <pc:spChg chg="mod">
          <ac:chgData name="Zad Abou-Jaoude" userId="S::zad.abou-jaoude@etu.univ-smb.fr::c3f33ae0-34c3-43cb-b9bd-d8041c9be236" providerId="AD" clId="Web-{ABFE80F9-5C12-0BE0-5970-97CF837724AF}" dt="2025-10-15T08:54:46.043" v="35" actId="20577"/>
          <ac:spMkLst>
            <pc:docMk/>
            <pc:sldMk cId="1424150488" sldId="283"/>
            <ac:spMk id="2" creationId="{1FD6E882-56CF-54F1-9776-E617B012D290}"/>
          </ac:spMkLst>
        </pc:spChg>
      </pc:sldChg>
    </pc:docChg>
  </pc:docChgLst>
  <pc:docChgLst>
    <pc:chgData name="Zad Abou-Jaoude" userId="S::zad.abou-jaoude@etu.univ-smb.fr::c3f33ae0-34c3-43cb-b9bd-d8041c9be236" providerId="AD" clId="Web-{62A18D6F-FA32-EEE1-553B-BDC02779ECA1}"/>
    <pc:docChg chg="modSld">
      <pc:chgData name="Zad Abou-Jaoude" userId="S::zad.abou-jaoude@etu.univ-smb.fr::c3f33ae0-34c3-43cb-b9bd-d8041c9be236" providerId="AD" clId="Web-{62A18D6F-FA32-EEE1-553B-BDC02779ECA1}" dt="2025-10-15T09:16:16.541" v="5"/>
      <pc:docMkLst>
        <pc:docMk/>
      </pc:docMkLst>
      <pc:sldChg chg="delSp modSp">
        <pc:chgData name="Zad Abou-Jaoude" userId="S::zad.abou-jaoude@etu.univ-smb.fr::c3f33ae0-34c3-43cb-b9bd-d8041c9be236" providerId="AD" clId="Web-{62A18D6F-FA32-EEE1-553B-BDC02779ECA1}" dt="2025-10-15T09:16:16.541" v="5"/>
        <pc:sldMkLst>
          <pc:docMk/>
          <pc:sldMk cId="1526006032" sldId="290"/>
        </pc:sldMkLst>
        <pc:spChg chg="del">
          <ac:chgData name="Zad Abou-Jaoude" userId="S::zad.abou-jaoude@etu.univ-smb.fr::c3f33ae0-34c3-43cb-b9bd-d8041c9be236" providerId="AD" clId="Web-{62A18D6F-FA32-EEE1-553B-BDC02779ECA1}" dt="2025-10-15T09:16:16.541" v="5"/>
          <ac:spMkLst>
            <pc:docMk/>
            <pc:sldMk cId="1526006032" sldId="290"/>
            <ac:spMk id="3" creationId="{A6585FC7-F0C3-6A9D-772B-8DA9897BE70B}"/>
          </ac:spMkLst>
        </pc:spChg>
        <pc:spChg chg="mod">
          <ac:chgData name="Zad Abou-Jaoude" userId="S::zad.abou-jaoude@etu.univ-smb.fr::c3f33ae0-34c3-43cb-b9bd-d8041c9be236" providerId="AD" clId="Web-{62A18D6F-FA32-EEE1-553B-BDC02779ECA1}" dt="2025-10-15T09:16:14.229" v="4" actId="20577"/>
          <ac:spMkLst>
            <pc:docMk/>
            <pc:sldMk cId="1526006032" sldId="290"/>
            <ac:spMk id="7" creationId="{2F7B79B7-110B-B342-5983-884AFA5FB6F8}"/>
          </ac:spMkLst>
        </pc:spChg>
      </pc:sldChg>
    </pc:docChg>
  </pc:docChgLst>
  <pc:docChgLst>
    <pc:chgData name="Zhonghe Qiao" userId="S::zhonghe.qiao@etu.univ-smb.fr::472d3d76-7dba-4840-b8ac-a2e866428f86" providerId="AD" clId="Web-{D99B828D-9294-C7B2-D03F-2B5362EC57E5}"/>
    <pc:docChg chg="modSld">
      <pc:chgData name="Zhonghe Qiao" userId="S::zhonghe.qiao@etu.univ-smb.fr::472d3d76-7dba-4840-b8ac-a2e866428f86" providerId="AD" clId="Web-{D99B828D-9294-C7B2-D03F-2B5362EC57E5}" dt="2025-10-16T19:46:21.753" v="22" actId="20577"/>
      <pc:docMkLst>
        <pc:docMk/>
      </pc:docMkLst>
      <pc:sldChg chg="modSp">
        <pc:chgData name="Zhonghe Qiao" userId="S::zhonghe.qiao@etu.univ-smb.fr::472d3d76-7dba-4840-b8ac-a2e866428f86" providerId="AD" clId="Web-{D99B828D-9294-C7B2-D03F-2B5362EC57E5}" dt="2025-10-16T19:46:21.753" v="22" actId="20577"/>
        <pc:sldMkLst>
          <pc:docMk/>
          <pc:sldMk cId="1424150488" sldId="283"/>
        </pc:sldMkLst>
        <pc:spChg chg="mod">
          <ac:chgData name="Zhonghe Qiao" userId="S::zhonghe.qiao@etu.univ-smb.fr::472d3d76-7dba-4840-b8ac-a2e866428f86" providerId="AD" clId="Web-{D99B828D-9294-C7B2-D03F-2B5362EC57E5}" dt="2025-10-16T19:46:21.753" v="22" actId="20577"/>
          <ac:spMkLst>
            <pc:docMk/>
            <pc:sldMk cId="1424150488" sldId="283"/>
            <ac:spMk id="2" creationId="{1FD6E882-56CF-54F1-9776-E617B012D290}"/>
          </ac:spMkLst>
        </pc:spChg>
      </pc:sldChg>
      <pc:sldChg chg="addSp modSp">
        <pc:chgData name="Zhonghe Qiao" userId="S::zhonghe.qiao@etu.univ-smb.fr::472d3d76-7dba-4840-b8ac-a2e866428f86" providerId="AD" clId="Web-{D99B828D-9294-C7B2-D03F-2B5362EC57E5}" dt="2025-10-16T19:45:55.346" v="20"/>
        <pc:sldMkLst>
          <pc:docMk/>
          <pc:sldMk cId="2595562517" sldId="289"/>
        </pc:sldMkLst>
        <pc:spChg chg="add mod">
          <ac:chgData name="Zhonghe Qiao" userId="S::zhonghe.qiao@etu.univ-smb.fr::472d3d76-7dba-4840-b8ac-a2e866428f86" providerId="AD" clId="Web-{D99B828D-9294-C7B2-D03F-2B5362EC57E5}" dt="2025-10-16T19:45:55.346" v="20"/>
          <ac:spMkLst>
            <pc:docMk/>
            <pc:sldMk cId="2595562517" sldId="289"/>
            <ac:spMk id="4" creationId="{E815D788-659F-CB52-AE5A-22C04249E64E}"/>
          </ac:spMkLst>
        </pc:spChg>
        <pc:picChg chg="add mod">
          <ac:chgData name="Zhonghe Qiao" userId="S::zhonghe.qiao@etu.univ-smb.fr::472d3d76-7dba-4840-b8ac-a2e866428f86" providerId="AD" clId="Web-{D99B828D-9294-C7B2-D03F-2B5362EC57E5}" dt="2025-10-16T19:43:49.764" v="15" actId="1076"/>
          <ac:picMkLst>
            <pc:docMk/>
            <pc:sldMk cId="2595562517" sldId="289"/>
            <ac:picMk id="2" creationId="{6B66E506-65B1-520B-14D5-BE0D3B45E55B}"/>
          </ac:picMkLst>
        </pc:picChg>
        <pc:picChg chg="add mod">
          <ac:chgData name="Zhonghe Qiao" userId="S::zhonghe.qiao@etu.univ-smb.fr::472d3d76-7dba-4840-b8ac-a2e866428f86" providerId="AD" clId="Web-{D99B828D-9294-C7B2-D03F-2B5362EC57E5}" dt="2025-10-16T19:43:45.124" v="13" actId="1076"/>
          <ac:picMkLst>
            <pc:docMk/>
            <pc:sldMk cId="2595562517" sldId="289"/>
            <ac:picMk id="3" creationId="{4B125760-D11C-8355-01AA-0C3626B1373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FF38DF-3722-4EE9-AE05-26B3C07994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E3191-4C97-4E96-BDCA-9CFAAF733D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C1084-4980-48F0-8491-4EDFEE9D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DC26-1C8A-49E6-8649-DC23739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BE249-3B9F-4033-B1C5-264A0EBC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DA54-7512-48DD-9777-1C5EF5E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smb.sharepoint.com/:v:/r/sites/Group_04_Squirrel_Cup/Shared%20Documents/General/Miscellaneous/HELP.mp4?csf=1&amp;web=1&amp;e=DaFMAF&amp;nav=eyJyZWZlcnJhbEluZm8iOnsicmVmZXJyYWxBcHAiOiJTdHJlYW1XZWJBcHAiLCJyZWZlcnJhbFZpZXciOiJTaGFyZURpYWxvZy1MaW5rIiwicmVmZXJyYWxBcHBQbGF0Zm9ybSI6IldlYiIsInJlZmVycmFsTW9kZSI6InZpZXcifX0%3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57255-4500-D9C8-2CEE-415F69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D6217F-2570-FB04-1454-35371CE3E830}"/>
              </a:ext>
            </a:extLst>
          </p:cNvPr>
          <p:cNvSpPr txBox="1">
            <a:spLocks/>
          </p:cNvSpPr>
          <p:nvPr/>
        </p:nvSpPr>
        <p:spPr>
          <a:xfrm>
            <a:off x="136051" y="5114897"/>
            <a:ext cx="9752866" cy="9345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By</a:t>
            </a:r>
          </a:p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ROBO-UN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C5791-84A4-D40C-705E-FF462CE1D6C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>
              <a:solidFill>
                <a:schemeClr val="bg1"/>
              </a:solidFill>
              <a:ea typeface="Source Sans Pr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EE9371-3AD5-004A-E9AA-9F24DED9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0" y="153837"/>
            <a:ext cx="2267912" cy="7677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713B307-9DA7-4117-AAFE-35EEC160A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95" y="137544"/>
            <a:ext cx="2662458" cy="767751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5392FE-9E51-7DFD-F849-89C0F82FC7FD}"/>
              </a:ext>
            </a:extLst>
          </p:cNvPr>
          <p:cNvSpPr txBox="1">
            <a:spLocks/>
          </p:cNvSpPr>
          <p:nvPr/>
        </p:nvSpPr>
        <p:spPr>
          <a:xfrm>
            <a:off x="8498866" y="7461283"/>
            <a:ext cx="1960461" cy="44575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2000" b="1">
                <a:ln w="41275"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Page-01</a:t>
            </a:r>
          </a:p>
          <a:p>
            <a:pPr algn="l">
              <a:lnSpc>
                <a:spcPct val="75000"/>
              </a:lnSpc>
            </a:pPr>
            <a:endParaRPr lang="en-US" sz="8000">
              <a:ln w="41275">
                <a:noFill/>
              </a:ln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1CE8C-C427-9A7D-71F2-F89E8418732D}"/>
              </a:ext>
            </a:extLst>
          </p:cNvPr>
          <p:cNvSpPr txBox="1"/>
          <p:nvPr/>
        </p:nvSpPr>
        <p:spPr>
          <a:xfrm>
            <a:off x="127942" y="1108662"/>
            <a:ext cx="3230768" cy="4010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0070C0"/>
                </a:solidFill>
                <a:ea typeface="Source Sans Pro"/>
              </a:rPr>
              <a:t>Friday, 17 Oct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6F006-75FC-F893-9D41-86E6B6722A45}"/>
              </a:ext>
            </a:extLst>
          </p:cNvPr>
          <p:cNvSpPr/>
          <p:nvPr/>
        </p:nvSpPr>
        <p:spPr>
          <a:xfrm>
            <a:off x="11279" y="2677126"/>
            <a:ext cx="10063379" cy="1633543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PROJ703/ PROJ903 International Challenge Project “Eurobot”</a:t>
            </a:r>
          </a:p>
          <a:p>
            <a:pPr algn="ctr"/>
            <a:endParaRPr lang="en-US" sz="2000">
              <a:ea typeface="Source Sans Pro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AEE5F1C-16CC-CED4-16A3-6CC3B51EA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906" y="834216"/>
            <a:ext cx="1875341" cy="16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0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CF7AEB-6C9E-5B79-D18E-D6709FFB6C6A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02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889B9-DD29-0AA0-B00C-66E3D7826C72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Table of Content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05217-C744-C15A-EA87-7FA0E54E350E}"/>
              </a:ext>
            </a:extLst>
          </p:cNvPr>
          <p:cNvSpPr/>
          <p:nvPr/>
        </p:nvSpPr>
        <p:spPr>
          <a:xfrm>
            <a:off x="684618" y="1375002"/>
            <a:ext cx="8193042" cy="527028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Progress Report -03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Simulation -04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Design -05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Strategies -06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Project Management -07</a:t>
            </a:r>
          </a:p>
        </p:txBody>
      </p:sp>
    </p:spTree>
    <p:extLst>
      <p:ext uri="{BB962C8B-B14F-4D97-AF65-F5344CB8AC3E}">
        <p14:creationId xmlns:p14="http://schemas.microsoft.com/office/powerpoint/2010/main" val="194372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C899-62AC-210D-D2A9-104873F5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41BCD2-D53E-C811-9079-C42D68B28F70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03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DEF3A-CFD0-889C-169D-679F8055EAA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PROGRESS REPORT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D6E882-56CF-54F1-9776-E617B012D290}"/>
              </a:ext>
            </a:extLst>
          </p:cNvPr>
          <p:cNvSpPr txBox="1"/>
          <p:nvPr/>
        </p:nvSpPr>
        <p:spPr>
          <a:xfrm>
            <a:off x="650322" y="1810136"/>
            <a:ext cx="875083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What we have done: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Simulation: Animated basic components of the game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Design: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 </a:t>
            </a:r>
            <a:r>
              <a:rPr lang="en-US" sz="2400" b="1">
                <a:latin typeface="Times New Roman"/>
                <a:ea typeface="+mn-lt"/>
                <a:cs typeface="+mn-lt"/>
              </a:rPr>
              <a:t>The concept of employing slide rails and sliders</a:t>
            </a:r>
            <a:endParaRPr lang="en-US" sz="2000" b="1">
              <a:latin typeface="Times New Roman"/>
              <a:ea typeface="Source Sans Pro"/>
            </a:endParaRP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Strategies: First drafts of routing ideas</a:t>
            </a:r>
          </a:p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What we have to do for next session: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Simulation: Start simulating our routes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Design: Refine design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Strategies: Refine drafts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Research: Object/color detection via OpenCV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Selection of Eletronic Components </a:t>
            </a:r>
          </a:p>
        </p:txBody>
      </p:sp>
    </p:spTree>
    <p:extLst>
      <p:ext uri="{BB962C8B-B14F-4D97-AF65-F5344CB8AC3E}">
        <p14:creationId xmlns:p14="http://schemas.microsoft.com/office/powerpoint/2010/main" val="142415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F68D-056A-ACE1-8ABC-F3468C4E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95C8FD-89DB-FDD9-2D58-F4F4F1BD7F1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04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15001-234D-4F24-EBA8-EC2DFB3BA9C2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C69C2-5386-787B-E990-9EB218E49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216" y="1190148"/>
            <a:ext cx="4338827" cy="3764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9BF8AF-5258-E1D0-29FF-34321F2EB7ED}"/>
              </a:ext>
            </a:extLst>
          </p:cNvPr>
          <p:cNvSpPr txBox="1"/>
          <p:nvPr/>
        </p:nvSpPr>
        <p:spPr>
          <a:xfrm>
            <a:off x="2081657" y="5178347"/>
            <a:ext cx="593661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>
                <a:latin typeface="Times New Roman"/>
                <a:ea typeface="Source Sans Pro"/>
                <a:cs typeface="Calibri"/>
              </a:rPr>
              <a:t>Rover moves and crates can be pushed by rover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latin typeface="Times New Roman"/>
                <a:ea typeface="Source Sans Pro"/>
                <a:cs typeface="Calibri"/>
              </a:rPr>
              <a:t>Game mat will be replaced with new version ASAP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latin typeface="Times New Roman"/>
                <a:ea typeface="Source Sans Pro"/>
                <a:cs typeface="Calibri"/>
              </a:rPr>
              <a:t>Computer issues slow progress significantly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  <a:hlinkClick r:id="rId3"/>
              </a:rPr>
              <a:t>HELP.mp4</a:t>
            </a:r>
            <a:endParaRPr lang="en-US" sz="2000" b="1">
              <a:latin typeface="Times New Roman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383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39C7-BA70-B5AB-1043-841303B6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7D6721-7A87-1826-F789-E562A167F37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05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F1FEF-2E84-92D3-3755-1E812F94C994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DESIGN</a:t>
            </a:r>
          </a:p>
        </p:txBody>
      </p: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6B66E506-65B1-520B-14D5-BE0D3B45E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310" y="1391635"/>
            <a:ext cx="5048739" cy="2623617"/>
          </a:xfrm>
          <a:prstGeom prst="rect">
            <a:avLst/>
          </a:prstGeom>
        </p:spPr>
      </p:pic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4B125760-D11C-8355-01AA-0C3626B1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652" y="1234594"/>
            <a:ext cx="4514731" cy="29376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60BCE4-A04E-39A5-5C0F-A3D213BBDF42}"/>
              </a:ext>
            </a:extLst>
          </p:cNvPr>
          <p:cNvSpPr txBox="1"/>
          <p:nvPr/>
        </p:nvSpPr>
        <p:spPr>
          <a:xfrm>
            <a:off x="614468" y="5015403"/>
            <a:ext cx="86753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>
                <a:latin typeface="Source Sans Pro"/>
                <a:ea typeface="Source Sans Pro"/>
                <a:cs typeface="Calibri"/>
              </a:rPr>
              <a:t>The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position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of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the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clamping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fixture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is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adjusted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by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employing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a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combination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of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slide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rails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and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slide</a:t>
            </a:r>
            <a:r>
              <a:rPr lang="zh-CN" altLang="en-US" sz="2400" b="1">
                <a:latin typeface="Source Sans Pro"/>
                <a:ea typeface="Source Sans Pro"/>
                <a:cs typeface="Calibri"/>
              </a:rPr>
              <a:t> </a:t>
            </a:r>
            <a:r>
              <a:rPr lang="en-US" altLang="zh-CN" sz="2400" b="1">
                <a:latin typeface="Source Sans Pro"/>
                <a:ea typeface="Source Sans Pro"/>
                <a:cs typeface="Calibri"/>
              </a:rPr>
              <a:t>blocks.</a:t>
            </a:r>
            <a:endParaRPr lang="en-US" sz="24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59556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17FC-3B55-100A-2A1E-B826AF5E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A197DF-C94F-54E5-6331-6326068F3DB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06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E928D-D2F4-B3FE-A544-EDBB4D5DB0C5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STRATEGIES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8AD36-4A7E-2F53-26BD-361FFB28B6EA}"/>
              </a:ext>
            </a:extLst>
          </p:cNvPr>
          <p:cNvSpPr txBox="1"/>
          <p:nvPr/>
        </p:nvSpPr>
        <p:spPr>
          <a:xfrm>
            <a:off x="298634" y="1099364"/>
            <a:ext cx="945421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sz="2400" b="1">
                <a:latin typeface="Source Sans Pro"/>
                <a:ea typeface="Source Sans Pro"/>
                <a:cs typeface="Times New Roman"/>
              </a:rPr>
              <a:t>Chosen challenges to tackle: Challenges 1; 3; 4</a:t>
            </a:r>
          </a:p>
          <a:p>
            <a:pPr marL="285750" indent="-285750" algn="ctr">
              <a:buFont typeface="Arial"/>
              <a:buChar char="•"/>
            </a:pPr>
            <a:r>
              <a:rPr lang="en-US" sz="2400" b="1">
                <a:latin typeface="Source Sans Pro"/>
                <a:ea typeface="Source Sans Pro"/>
                <a:cs typeface="Times New Roman"/>
              </a:rPr>
              <a:t>First draft examples: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3A1F8676-B70C-2703-3EF6-A0BE3E9EE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45" t="9036" r="13424"/>
          <a:stretch>
            <a:fillRect/>
          </a:stretch>
        </p:blipFill>
        <p:spPr>
          <a:xfrm>
            <a:off x="5265828" y="2015356"/>
            <a:ext cx="4445260" cy="443656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A7A4861C-8F6D-453C-3A2D-9829957122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49" t="9425" r="17490"/>
          <a:stretch>
            <a:fillRect/>
          </a:stretch>
        </p:blipFill>
        <p:spPr>
          <a:xfrm>
            <a:off x="298634" y="2015356"/>
            <a:ext cx="4493940" cy="443656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62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08BC-3638-058C-671E-F5A923F9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474C4E-CC3D-3E77-9E17-ECF085408E6F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07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B79B7-110B-B342-5983-884AFA5FB6F8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PROJECT MANAGEMENT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C1293-9290-46EB-D184-C95B746A3F3C}"/>
              </a:ext>
            </a:extLst>
          </p:cNvPr>
          <p:cNvSpPr txBox="1"/>
          <p:nvPr/>
        </p:nvSpPr>
        <p:spPr>
          <a:xfrm>
            <a:off x="1707684" y="1150831"/>
            <a:ext cx="69421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Source Sans Pro"/>
              </a:rPr>
              <a:t>Tasks and Responsibilities</a:t>
            </a:r>
            <a:endParaRPr lang="en-US" b="1" err="1">
              <a:ea typeface="Source Sans Pr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5A1AE6-02B0-773D-03F9-768DE6A56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418484"/>
              </p:ext>
            </p:extLst>
          </p:nvPr>
        </p:nvGraphicFramePr>
        <p:xfrm>
          <a:off x="1262179" y="2096074"/>
          <a:ext cx="8096140" cy="3916818"/>
        </p:xfrm>
        <a:graphic>
          <a:graphicData uri="http://schemas.openxmlformats.org/drawingml/2006/table">
            <a:tbl>
              <a:tblPr firstRow="1" lastRow="1" bandCol="1">
                <a:tableStyleId>{5940675A-B579-460E-94D1-54222C63F5DA}</a:tableStyleId>
              </a:tblPr>
              <a:tblGrid>
                <a:gridCol w="4048070">
                  <a:extLst>
                    <a:ext uri="{9D8B030D-6E8A-4147-A177-3AD203B41FA5}">
                      <a16:colId xmlns:a16="http://schemas.microsoft.com/office/drawing/2014/main" val="2910444849"/>
                    </a:ext>
                  </a:extLst>
                </a:gridCol>
                <a:gridCol w="4048070">
                  <a:extLst>
                    <a:ext uri="{9D8B030D-6E8A-4147-A177-3AD203B41FA5}">
                      <a16:colId xmlns:a16="http://schemas.microsoft.com/office/drawing/2014/main" val="321874391"/>
                    </a:ext>
                  </a:extLst>
                </a:gridCol>
              </a:tblGrid>
              <a:tr h="680386">
                <a:tc>
                  <a:txBody>
                    <a:bodyPr/>
                    <a:lstStyle/>
                    <a:p>
                      <a:r>
                        <a:rPr lang="en-US" sz="1800" b="1"/>
                        <a:t>Samsam Ali BAIG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Designing, Electronics,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210095"/>
                  </a:ext>
                </a:extLst>
              </a:tr>
              <a:tr h="809108">
                <a:tc>
                  <a:txBody>
                    <a:bodyPr/>
                    <a:lstStyle/>
                    <a:p>
                      <a:r>
                        <a:rPr lang="en-US" sz="1800" b="1"/>
                        <a:t>Zad Abou JAOUDE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Electronics, Programming,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085029"/>
                  </a:ext>
                </a:extLst>
              </a:tr>
              <a:tr h="809108">
                <a:tc>
                  <a:txBody>
                    <a:bodyPr/>
                    <a:lstStyle/>
                    <a:p>
                      <a:r>
                        <a:rPr lang="en-US" sz="1800" b="1"/>
                        <a:t>Sidy Thiaw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Programming, Simulation,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32422"/>
                  </a:ext>
                </a:extLst>
              </a:tr>
              <a:tr h="809108">
                <a:tc>
                  <a:txBody>
                    <a:bodyPr/>
                    <a:lstStyle/>
                    <a:p>
                      <a:r>
                        <a:rPr lang="en-US" sz="1800" b="1"/>
                        <a:t>Zhonghe QIAO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Designing,  Probant,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Source Sans Pro"/>
                        </a:rPr>
                        <a:t>Simulation</a:t>
                      </a:r>
                      <a:endParaRPr lang="en-US" sz="1800" b="1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981074"/>
                  </a:ext>
                </a:extLst>
              </a:tr>
              <a:tr h="809108">
                <a:tc>
                  <a:txBody>
                    <a:bodyPr/>
                    <a:lstStyle/>
                    <a:p>
                      <a:r>
                        <a:rPr lang="en-US" sz="1800" b="1"/>
                        <a:t>Papa </a:t>
                      </a:r>
                      <a:r>
                        <a:rPr lang="en-US" sz="1800" b="1" err="1"/>
                        <a:t>Madiara</a:t>
                      </a:r>
                      <a:r>
                        <a:rPr lang="en-US" sz="1800" b="1"/>
                        <a:t> SENE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Electronics, Designing, </a:t>
                      </a:r>
                      <a:r>
                        <a:rPr lang="en-US" sz="1800" b="1" err="1"/>
                        <a:t>Probant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274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798_wac_SD_v5" id="{40E6E9B9-CF4E-4464-9D2D-205DF6E23046}" vid="{7D5F2785-6683-478C-8695-7A8F820B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A651AF-9BEE-4840-8A44-08686736E903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0e33eed49d787f4e9036d3bd5e5c3f72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2cc2c6295fc58c67ead2f0082c13f2e7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b8587-c05e-4dfb-9297-115e0a821a3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AFD841-9385-4F7E-A5A9-AECA7F588967}">
  <ds:schemaRefs>
    <ds:schemaRef ds:uri="6362ed64-5462-414c-9803-0603109fd2d2"/>
    <ds:schemaRef ds:uri="d130cb11-9037-4762-b78b-51c9d4985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1D676D5-91E3-4621-859D-BFBE42CCCD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416797-2DAF-4300-A64C-55ECE53ADFC2}">
  <ds:schemaRefs>
    <ds:schemaRef ds:uri="6362ed64-5462-414c-9803-0603109fd2d2"/>
    <ds:schemaRef ds:uri="d130cb11-9037-4762-b78b-51c9d4985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21e9783-d0a0-48f8-850e-0b081b46d788}" enabled="0" method="" siteId="{e21e9783-d0a0-48f8-850e-0b081b46d78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Robots coloring book</Template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Cover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Samsaam Ali Baig</dc:creator>
  <cp:revision>1</cp:revision>
  <dcterms:created xsi:type="dcterms:W3CDTF">2025-02-25T07:51:29Z</dcterms:created>
  <dcterms:modified xsi:type="dcterms:W3CDTF">2025-10-16T22:51:39Z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</Properties>
</file>