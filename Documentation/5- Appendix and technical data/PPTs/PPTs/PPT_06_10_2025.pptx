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1" r:id="rId5"/>
    <p:sldId id="282" r:id="rId6"/>
    <p:sldId id="283" r:id="rId7"/>
    <p:sldId id="288" r:id="rId8"/>
    <p:sldId id="289" r:id="rId9"/>
    <p:sldId id="286" r:id="rId10"/>
    <p:sldId id="290" r:id="rId11"/>
  </p:sldIdLst>
  <p:sldSz cx="10058400" cy="7772400"/>
  <p:notesSz cx="6858000" cy="9144000"/>
  <p:defaultTextStyle>
    <a:defPPr>
      <a:defRPr lang="en-US"/>
    </a:defPPr>
    <a:lvl1pPr marL="0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4AB99-6C67-2B1B-D56B-79DA80F2FD2E}" v="46" dt="2025-10-06T12:08:21.568"/>
    <p1510:client id="{17A2410D-0B4A-9E8F-5505-32BDC62C6F17}" v="109" dt="2025-10-06T08:19:53.165"/>
    <p1510:client id="{37E0B6AC-CE63-7D7C-84CB-B32E4360BC25}" v="146" dt="2025-10-06T07:52:35.608"/>
    <p1510:client id="{444997BF-CC92-27BC-2557-0E65D3F99E11}" v="488" dt="2025-10-06T07:23:56.198"/>
    <p1510:client id="{4899BD93-51A4-D7DF-86B6-9F404296265B}" v="40" dt="2025-10-06T10:23:00.771"/>
    <p1510:client id="{8807843F-AE43-6C19-2F6C-A193B4AB75C6}" v="6" dt="2025-10-06T11:44:27.979"/>
    <p1510:client id="{8865E2E4-DAAC-35B0-C400-B5E8210FDE03}" v="98" dt="2025-10-05T23:19:11.978"/>
    <p1510:client id="{F6BEA960-81E6-BA43-E21E-A2C5FEBEA167}" v="34" dt="2025-10-05T23:47:15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448"/>
        <p:guide pos="3168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pa-Madiara Sene" userId="S::papa-madiara.sene@etu.univ-smb.fr::3095c3e5-2e0b-4de2-a5fa-758dccb09853" providerId="AD" clId="Web-{444997BF-CC92-27BC-2557-0E65D3F99E11}"/>
    <pc:docChg chg="modSld">
      <pc:chgData name="Papa-Madiara Sene" userId="S::papa-madiara.sene@etu.univ-smb.fr::3095c3e5-2e0b-4de2-a5fa-758dccb09853" providerId="AD" clId="Web-{444997BF-CC92-27BC-2557-0E65D3F99E11}" dt="2025-10-06T07:23:54.963" v="252" actId="20577"/>
      <pc:docMkLst>
        <pc:docMk/>
      </pc:docMkLst>
      <pc:sldChg chg="modSp">
        <pc:chgData name="Papa-Madiara Sene" userId="S::papa-madiara.sene@etu.univ-smb.fr::3095c3e5-2e0b-4de2-a5fa-758dccb09853" providerId="AD" clId="Web-{444997BF-CC92-27BC-2557-0E65D3F99E11}" dt="2025-10-06T07:23:54.963" v="252" actId="20577"/>
        <pc:sldMkLst>
          <pc:docMk/>
          <pc:sldMk cId="3823838768" sldId="288"/>
        </pc:sldMkLst>
        <pc:spChg chg="mod">
          <ac:chgData name="Papa-Madiara Sene" userId="S::papa-madiara.sene@etu.univ-smb.fr::3095c3e5-2e0b-4de2-a5fa-758dccb09853" providerId="AD" clId="Web-{444997BF-CC92-27BC-2557-0E65D3F99E11}" dt="2025-10-06T07:23:54.963" v="252" actId="20577"/>
          <ac:spMkLst>
            <pc:docMk/>
            <pc:sldMk cId="3823838768" sldId="288"/>
            <ac:spMk id="3" creationId="{45BE1662-040B-5DE4-DDC9-557A94069F66}"/>
          </ac:spMkLst>
        </pc:spChg>
      </pc:sldChg>
      <pc:sldChg chg="addSp delSp modSp">
        <pc:chgData name="Papa-Madiara Sene" userId="S::papa-madiara.sene@etu.univ-smb.fr::3095c3e5-2e0b-4de2-a5fa-758dccb09853" providerId="AD" clId="Web-{444997BF-CC92-27BC-2557-0E65D3F99E11}" dt="2025-10-06T07:23:31.557" v="248" actId="20577"/>
        <pc:sldMkLst>
          <pc:docMk/>
          <pc:sldMk cId="2595562517" sldId="289"/>
        </pc:sldMkLst>
        <pc:spChg chg="add del mod">
          <ac:chgData name="Papa-Madiara Sene" userId="S::papa-madiara.sene@etu.univ-smb.fr::3095c3e5-2e0b-4de2-a5fa-758dccb09853" providerId="AD" clId="Web-{444997BF-CC92-27BC-2557-0E65D3F99E11}" dt="2025-10-06T06:51:19.106" v="2"/>
          <ac:spMkLst>
            <pc:docMk/>
            <pc:sldMk cId="2595562517" sldId="289"/>
            <ac:spMk id="2" creationId="{6C11C82A-1D46-9EC6-ECC9-F5F04215EFAB}"/>
          </ac:spMkLst>
        </pc:spChg>
        <pc:spChg chg="add mod">
          <ac:chgData name="Papa-Madiara Sene" userId="S::papa-madiara.sene@etu.univ-smb.fr::3095c3e5-2e0b-4de2-a5fa-758dccb09853" providerId="AD" clId="Web-{444997BF-CC92-27BC-2557-0E65D3F99E11}" dt="2025-10-06T07:23:31.557" v="248" actId="20577"/>
          <ac:spMkLst>
            <pc:docMk/>
            <pc:sldMk cId="2595562517" sldId="289"/>
            <ac:spMk id="3" creationId="{CCA8F48F-2E28-A392-7771-FDE56ADD772E}"/>
          </ac:spMkLst>
        </pc:spChg>
      </pc:sldChg>
    </pc:docChg>
  </pc:docChgLst>
  <pc:docChgLst>
    <pc:chgData name="Zad Abou-Jaoude" userId="S::zad.abou-jaoude@etu.univ-smb.fr::c3f33ae0-34c3-43cb-b9bd-d8041c9be236" providerId="AD" clId="Web-{1604AB99-6C67-2B1B-D56B-79DA80F2FD2E}"/>
    <pc:docChg chg="modSld">
      <pc:chgData name="Zad Abou-Jaoude" userId="S::zad.abou-jaoude@etu.univ-smb.fr::c3f33ae0-34c3-43cb-b9bd-d8041c9be236" providerId="AD" clId="Web-{1604AB99-6C67-2B1B-D56B-79DA80F2FD2E}" dt="2025-10-06T12:08:21.568" v="31" actId="1076"/>
      <pc:docMkLst>
        <pc:docMk/>
      </pc:docMkLst>
      <pc:sldChg chg="addSp delSp modSp">
        <pc:chgData name="Zad Abou-Jaoude" userId="S::zad.abou-jaoude@etu.univ-smb.fr::c3f33ae0-34c3-43cb-b9bd-d8041c9be236" providerId="AD" clId="Web-{1604AB99-6C67-2B1B-D56B-79DA80F2FD2E}" dt="2025-10-06T12:08:21.568" v="31" actId="1076"/>
        <pc:sldMkLst>
          <pc:docMk/>
          <pc:sldMk cId="1424150488" sldId="283"/>
        </pc:sldMkLst>
        <pc:spChg chg="mod">
          <ac:chgData name="Zad Abou-Jaoude" userId="S::zad.abou-jaoude@etu.univ-smb.fr::c3f33ae0-34c3-43cb-b9bd-d8041c9be236" providerId="AD" clId="Web-{1604AB99-6C67-2B1B-D56B-79DA80F2FD2E}" dt="2025-10-06T11:46:28.915" v="16" actId="20577"/>
          <ac:spMkLst>
            <pc:docMk/>
            <pc:sldMk cId="1424150488" sldId="283"/>
            <ac:spMk id="2" creationId="{1FD6E882-56CF-54F1-9776-E617B012D290}"/>
          </ac:spMkLst>
        </pc:spChg>
        <pc:picChg chg="add del mod modCrop">
          <ac:chgData name="Zad Abou-Jaoude" userId="S::zad.abou-jaoude@etu.univ-smb.fr::c3f33ae0-34c3-43cb-b9bd-d8041c9be236" providerId="AD" clId="Web-{1604AB99-6C67-2B1B-D56B-79DA80F2FD2E}" dt="2025-10-06T12:08:03.880" v="28"/>
          <ac:picMkLst>
            <pc:docMk/>
            <pc:sldMk cId="1424150488" sldId="283"/>
            <ac:picMk id="3" creationId="{4C620778-75BE-1C67-ECA0-67667FA03B6E}"/>
          </ac:picMkLst>
        </pc:picChg>
        <pc:picChg chg="add mod">
          <ac:chgData name="Zad Abou-Jaoude" userId="S::zad.abou-jaoude@etu.univ-smb.fr::c3f33ae0-34c3-43cb-b9bd-d8041c9be236" providerId="AD" clId="Web-{1604AB99-6C67-2B1B-D56B-79DA80F2FD2E}" dt="2025-10-06T12:08:21.568" v="31" actId="1076"/>
          <ac:picMkLst>
            <pc:docMk/>
            <pc:sldMk cId="1424150488" sldId="283"/>
            <ac:picMk id="4" creationId="{225E4BB3-9796-66CC-27A1-4C744B8D97C4}"/>
          </ac:picMkLst>
        </pc:picChg>
      </pc:sldChg>
    </pc:docChg>
  </pc:docChgLst>
  <pc:docChgLst>
    <pc:chgData name="Zhonghe Qiao" userId="S::zhonghe.qiao@etu.univ-smb.fr::472d3d76-7dba-4840-b8ac-a2e866428f86" providerId="AD" clId="Web-{8865E2E4-DAAC-35B0-C400-B5E8210FDE03}"/>
    <pc:docChg chg="modSld">
      <pc:chgData name="Zhonghe Qiao" userId="S::zhonghe.qiao@etu.univ-smb.fr::472d3d76-7dba-4840-b8ac-a2e866428f86" providerId="AD" clId="Web-{8865E2E4-DAAC-35B0-C400-B5E8210FDE03}" dt="2025-10-05T23:19:08.650" v="58" actId="20577"/>
      <pc:docMkLst>
        <pc:docMk/>
      </pc:docMkLst>
      <pc:sldChg chg="modSp">
        <pc:chgData name="Zhonghe Qiao" userId="S::zhonghe.qiao@etu.univ-smb.fr::472d3d76-7dba-4840-b8ac-a2e866428f86" providerId="AD" clId="Web-{8865E2E4-DAAC-35B0-C400-B5E8210FDE03}" dt="2025-10-05T23:19:08.650" v="58" actId="20577"/>
        <pc:sldMkLst>
          <pc:docMk/>
          <pc:sldMk cId="3184506572" sldId="281"/>
        </pc:sldMkLst>
        <pc:spChg chg="mod">
          <ac:chgData name="Zhonghe Qiao" userId="S::zhonghe.qiao@etu.univ-smb.fr::472d3d76-7dba-4840-b8ac-a2e866428f86" providerId="AD" clId="Web-{8865E2E4-DAAC-35B0-C400-B5E8210FDE03}" dt="2025-10-05T23:19:08.650" v="58" actId="20577"/>
          <ac:spMkLst>
            <pc:docMk/>
            <pc:sldMk cId="3184506572" sldId="281"/>
            <ac:spMk id="8" creationId="{A1D6217F-2570-FB04-1454-35371CE3E830}"/>
          </ac:spMkLst>
        </pc:spChg>
      </pc:sldChg>
      <pc:sldChg chg="addSp delSp modSp">
        <pc:chgData name="Zhonghe Qiao" userId="S::zhonghe.qiao@etu.univ-smb.fr::472d3d76-7dba-4840-b8ac-a2e866428f86" providerId="AD" clId="Web-{8865E2E4-DAAC-35B0-C400-B5E8210FDE03}" dt="2025-10-05T23:12:46.785" v="2"/>
        <pc:sldMkLst>
          <pc:docMk/>
          <pc:sldMk cId="1424150488" sldId="283"/>
        </pc:sldMkLst>
        <pc:picChg chg="add del mod">
          <ac:chgData name="Zhonghe Qiao" userId="S::zhonghe.qiao@etu.univ-smb.fr::472d3d76-7dba-4840-b8ac-a2e866428f86" providerId="AD" clId="Web-{8865E2E4-DAAC-35B0-C400-B5E8210FDE03}" dt="2025-10-05T23:12:46.785" v="2"/>
          <ac:picMkLst>
            <pc:docMk/>
            <pc:sldMk cId="1424150488" sldId="283"/>
            <ac:picMk id="2" creationId="{BBA0C98D-0DA0-BB41-8258-EE3725BC720C}"/>
          </ac:picMkLst>
        </pc:picChg>
      </pc:sldChg>
      <pc:sldChg chg="addSp modSp">
        <pc:chgData name="Zhonghe Qiao" userId="S::zhonghe.qiao@etu.univ-smb.fr::472d3d76-7dba-4840-b8ac-a2e866428f86" providerId="AD" clId="Web-{8865E2E4-DAAC-35B0-C400-B5E8210FDE03}" dt="2025-10-05T23:18:37.665" v="54" actId="1076"/>
        <pc:sldMkLst>
          <pc:docMk/>
          <pc:sldMk cId="3823838768" sldId="288"/>
        </pc:sldMkLst>
        <pc:spChg chg="add mod">
          <ac:chgData name="Zhonghe Qiao" userId="S::zhonghe.qiao@etu.univ-smb.fr::472d3d76-7dba-4840-b8ac-a2e866428f86" providerId="AD" clId="Web-{8865E2E4-DAAC-35B0-C400-B5E8210FDE03}" dt="2025-10-05T23:18:29.134" v="53" actId="20577"/>
          <ac:spMkLst>
            <pc:docMk/>
            <pc:sldMk cId="3823838768" sldId="288"/>
            <ac:spMk id="3" creationId="{45BE1662-040B-5DE4-DDC9-557A94069F66}"/>
          </ac:spMkLst>
        </pc:spChg>
        <pc:picChg chg="add mod">
          <ac:chgData name="Zhonghe Qiao" userId="S::zhonghe.qiao@etu.univ-smb.fr::472d3d76-7dba-4840-b8ac-a2e866428f86" providerId="AD" clId="Web-{8865E2E4-DAAC-35B0-C400-B5E8210FDE03}" dt="2025-10-05T23:18:37.665" v="54" actId="1076"/>
          <ac:picMkLst>
            <pc:docMk/>
            <pc:sldMk cId="3823838768" sldId="288"/>
            <ac:picMk id="2" creationId="{BDF05782-4652-D63C-A89E-C22F8181E595}"/>
          </ac:picMkLst>
        </pc:picChg>
      </pc:sldChg>
    </pc:docChg>
  </pc:docChgLst>
  <pc:docChgLst>
    <pc:chgData name="Zad Abou-Jaoude" userId="S::zad.abou-jaoude@etu.univ-smb.fr::c3f33ae0-34c3-43cb-b9bd-d8041c9be236" providerId="AD" clId="Web-{37E0B6AC-CE63-7D7C-84CB-B32E4360BC25}"/>
    <pc:docChg chg="modSld">
      <pc:chgData name="Zad Abou-Jaoude" userId="S::zad.abou-jaoude@etu.univ-smb.fr::c3f33ae0-34c3-43cb-b9bd-d8041c9be236" providerId="AD" clId="Web-{37E0B6AC-CE63-7D7C-84CB-B32E4360BC25}" dt="2025-10-06T07:52:33.421" v="76" actId="20577"/>
      <pc:docMkLst>
        <pc:docMk/>
      </pc:docMkLst>
      <pc:sldChg chg="addSp modSp">
        <pc:chgData name="Zad Abou-Jaoude" userId="S::zad.abou-jaoude@etu.univ-smb.fr::c3f33ae0-34c3-43cb-b9bd-d8041c9be236" providerId="AD" clId="Web-{37E0B6AC-CE63-7D7C-84CB-B32E4360BC25}" dt="2025-10-06T07:52:33.421" v="76" actId="20577"/>
        <pc:sldMkLst>
          <pc:docMk/>
          <pc:sldMk cId="1424150488" sldId="283"/>
        </pc:sldMkLst>
        <pc:spChg chg="add mod">
          <ac:chgData name="Zad Abou-Jaoude" userId="S::zad.abou-jaoude@etu.univ-smb.fr::c3f33ae0-34c3-43cb-b9bd-d8041c9be236" providerId="AD" clId="Web-{37E0B6AC-CE63-7D7C-84CB-B32E4360BC25}" dt="2025-10-06T07:52:33.421" v="76" actId="20577"/>
          <ac:spMkLst>
            <pc:docMk/>
            <pc:sldMk cId="1424150488" sldId="283"/>
            <ac:spMk id="2" creationId="{1FD6E882-56CF-54F1-9776-E617B012D290}"/>
          </ac:spMkLst>
        </pc:spChg>
      </pc:sldChg>
    </pc:docChg>
  </pc:docChgLst>
  <pc:docChgLst>
    <pc:chgData name="Samsaam-Ali Baig" userId="S::samsaam-ali.baig@etu.univ-smb.fr::e774e39e-b71f-495a-b2c4-4031f2c15ea7" providerId="AD" clId="Web-{17A2410D-0B4A-9E8F-5505-32BDC62C6F17}"/>
    <pc:docChg chg="modSld">
      <pc:chgData name="Samsaam-Ali Baig" userId="S::samsaam-ali.baig@etu.univ-smb.fr::e774e39e-b71f-495a-b2c4-4031f2c15ea7" providerId="AD" clId="Web-{17A2410D-0B4A-9E8F-5505-32BDC62C6F17}" dt="2025-10-06T08:19:06.741" v="74" actId="20577"/>
      <pc:docMkLst>
        <pc:docMk/>
      </pc:docMkLst>
      <pc:sldChg chg="addSp delSp modSp">
        <pc:chgData name="Samsaam-Ali Baig" userId="S::samsaam-ali.baig@etu.univ-smb.fr::e774e39e-b71f-495a-b2c4-4031f2c15ea7" providerId="AD" clId="Web-{17A2410D-0B4A-9E8F-5505-32BDC62C6F17}" dt="2025-10-06T08:15:56.748" v="60"/>
        <pc:sldMkLst>
          <pc:docMk/>
          <pc:sldMk cId="3184506572" sldId="281"/>
        </pc:sldMkLst>
        <pc:picChg chg="add del mod modCrop">
          <ac:chgData name="Samsaam-Ali Baig" userId="S::samsaam-ali.baig@etu.univ-smb.fr::e774e39e-b71f-495a-b2c4-4031f2c15ea7" providerId="AD" clId="Web-{17A2410D-0B4A-9E8F-5505-32BDC62C6F17}" dt="2025-10-06T08:15:56.748" v="60"/>
          <ac:picMkLst>
            <pc:docMk/>
            <pc:sldMk cId="3184506572" sldId="281"/>
            <ac:picMk id="7" creationId="{71DD81A1-379E-D677-02CB-CDF3A35EE967}"/>
          </ac:picMkLst>
        </pc:picChg>
        <pc:picChg chg="mod">
          <ac:chgData name="Samsaam-Ali Baig" userId="S::samsaam-ali.baig@etu.univ-smb.fr::e774e39e-b71f-495a-b2c4-4031f2c15ea7" providerId="AD" clId="Web-{17A2410D-0B4A-9E8F-5505-32BDC62C6F17}" dt="2025-10-06T08:15:18.574" v="53" actId="1076"/>
          <ac:picMkLst>
            <pc:docMk/>
            <pc:sldMk cId="3184506572" sldId="281"/>
            <ac:picMk id="26" creationId="{54EE9371-3AD5-004A-E9AA-9F24DED92B56}"/>
          </ac:picMkLst>
        </pc:picChg>
        <pc:picChg chg="mod">
          <ac:chgData name="Samsaam-Ali Baig" userId="S::samsaam-ali.baig@etu.univ-smb.fr::e774e39e-b71f-495a-b2c4-4031f2c15ea7" providerId="AD" clId="Web-{17A2410D-0B4A-9E8F-5505-32BDC62C6F17}" dt="2025-10-06T08:15:24.122" v="54" actId="1076"/>
          <ac:picMkLst>
            <pc:docMk/>
            <pc:sldMk cId="3184506572" sldId="281"/>
            <ac:picMk id="32" creationId="{9713B307-9DA7-4117-AAFE-35EEC160A06C}"/>
          </ac:picMkLst>
        </pc:picChg>
      </pc:sldChg>
      <pc:sldChg chg="modSp">
        <pc:chgData name="Samsaam-Ali Baig" userId="S::samsaam-ali.baig@etu.univ-smb.fr::e774e39e-b71f-495a-b2c4-4031f2c15ea7" providerId="AD" clId="Web-{17A2410D-0B4A-9E8F-5505-32BDC62C6F17}" dt="2025-10-06T08:19:06.741" v="74" actId="20577"/>
        <pc:sldMkLst>
          <pc:docMk/>
          <pc:sldMk cId="1424150488" sldId="283"/>
        </pc:sldMkLst>
        <pc:spChg chg="mod">
          <ac:chgData name="Samsaam-Ali Baig" userId="S::samsaam-ali.baig@etu.univ-smb.fr::e774e39e-b71f-495a-b2c4-4031f2c15ea7" providerId="AD" clId="Web-{17A2410D-0B4A-9E8F-5505-32BDC62C6F17}" dt="2025-10-06T08:19:06.741" v="74" actId="20577"/>
          <ac:spMkLst>
            <pc:docMk/>
            <pc:sldMk cId="1424150488" sldId="283"/>
            <ac:spMk id="2" creationId="{1FD6E882-56CF-54F1-9776-E617B012D290}"/>
          </ac:spMkLst>
        </pc:spChg>
      </pc:sldChg>
      <pc:sldChg chg="addSp modSp">
        <pc:chgData name="Samsaam-Ali Baig" userId="S::samsaam-ali.baig@etu.univ-smb.fr::e774e39e-b71f-495a-b2c4-4031f2c15ea7" providerId="AD" clId="Web-{17A2410D-0B4A-9E8F-5505-32BDC62C6F17}" dt="2025-10-06T08:15:08.011" v="52" actId="20577"/>
        <pc:sldMkLst>
          <pc:docMk/>
          <pc:sldMk cId="283620664" sldId="286"/>
        </pc:sldMkLst>
        <pc:spChg chg="add mod">
          <ac:chgData name="Samsaam-Ali Baig" userId="S::samsaam-ali.baig@etu.univ-smb.fr::e774e39e-b71f-495a-b2c4-4031f2c15ea7" providerId="AD" clId="Web-{17A2410D-0B4A-9E8F-5505-32BDC62C6F17}" dt="2025-10-06T08:15:08.011" v="52" actId="20577"/>
          <ac:spMkLst>
            <pc:docMk/>
            <pc:sldMk cId="283620664" sldId="286"/>
            <ac:spMk id="3" creationId="{8F68AD36-4A7E-2F53-26BD-361FFB28B6EA}"/>
          </ac:spMkLst>
        </pc:spChg>
      </pc:sldChg>
    </pc:docChg>
  </pc:docChgLst>
  <pc:docChgLst>
    <pc:chgData name="Samsaam-Ali Baig" userId="S::samsaam-ali.baig@etu.univ-smb.fr::e774e39e-b71f-495a-b2c4-4031f2c15ea7" providerId="AD" clId="Web-{4899BD93-51A4-D7DF-86B6-9F404296265B}"/>
    <pc:docChg chg="modSld">
      <pc:chgData name="Samsaam-Ali Baig" userId="S::samsaam-ali.baig@etu.univ-smb.fr::e774e39e-b71f-495a-b2c4-4031f2c15ea7" providerId="AD" clId="Web-{4899BD93-51A4-D7DF-86B6-9F404296265B}" dt="2025-10-06T10:23:00.771" v="21" actId="20577"/>
      <pc:docMkLst>
        <pc:docMk/>
      </pc:docMkLst>
      <pc:sldChg chg="addSp delSp modSp">
        <pc:chgData name="Samsaam-Ali Baig" userId="S::samsaam-ali.baig@etu.univ-smb.fr::e774e39e-b71f-495a-b2c4-4031f2c15ea7" providerId="AD" clId="Web-{4899BD93-51A4-D7DF-86B6-9F404296265B}" dt="2025-10-06T10:21:39.237" v="9" actId="1076"/>
        <pc:sldMkLst>
          <pc:docMk/>
          <pc:sldMk cId="3184506572" sldId="281"/>
        </pc:sldMkLst>
        <pc:spChg chg="del mod">
          <ac:chgData name="Samsaam-Ali Baig" userId="S::samsaam-ali.baig@etu.univ-smb.fr::e774e39e-b71f-495a-b2c4-4031f2c15ea7" providerId="AD" clId="Web-{4899BD93-51A4-D7DF-86B6-9F404296265B}" dt="2025-10-06T10:21:31.346" v="8"/>
          <ac:spMkLst>
            <pc:docMk/>
            <pc:sldMk cId="3184506572" sldId="281"/>
            <ac:spMk id="6" creationId="{D4B9284A-0123-3913-C384-83F768ED9443}"/>
          </ac:spMkLst>
        </pc:spChg>
        <pc:spChg chg="mod">
          <ac:chgData name="Samsaam-Ali Baig" userId="S::samsaam-ali.baig@etu.univ-smb.fr::e774e39e-b71f-495a-b2c4-4031f2c15ea7" providerId="AD" clId="Web-{4899BD93-51A4-D7DF-86B6-9F404296265B}" dt="2025-10-06T10:20:49.674" v="1" actId="20577"/>
          <ac:spMkLst>
            <pc:docMk/>
            <pc:sldMk cId="3184506572" sldId="281"/>
            <ac:spMk id="14" creationId="{396C5791-84A4-D40C-705E-FF462CE1D6CE}"/>
          </ac:spMkLst>
        </pc:spChg>
        <pc:picChg chg="del">
          <ac:chgData name="Samsaam-Ali Baig" userId="S::samsaam-ali.baig@etu.univ-smb.fr::e774e39e-b71f-495a-b2c4-4031f2c15ea7" providerId="AD" clId="Web-{4899BD93-51A4-D7DF-86B6-9F404296265B}" dt="2025-10-06T10:20:47.049" v="0"/>
          <ac:picMkLst>
            <pc:docMk/>
            <pc:sldMk cId="3184506572" sldId="281"/>
            <ac:picMk id="4" creationId="{993875E6-4F38-C631-0618-95802659F1F6}"/>
          </ac:picMkLst>
        </pc:picChg>
        <pc:picChg chg="add mod">
          <ac:chgData name="Samsaam-Ali Baig" userId="S::samsaam-ali.baig@etu.univ-smb.fr::e774e39e-b71f-495a-b2c4-4031f2c15ea7" providerId="AD" clId="Web-{4899BD93-51A4-D7DF-86B6-9F404296265B}" dt="2025-10-06T10:21:39.237" v="9" actId="1076"/>
          <ac:picMkLst>
            <pc:docMk/>
            <pc:sldMk cId="3184506572" sldId="281"/>
            <ac:picMk id="7" creationId="{FAEE5F1C-16CC-CED4-16A3-6CC3B51EA7CD}"/>
          </ac:picMkLst>
        </pc:picChg>
      </pc:sldChg>
      <pc:sldChg chg="modSp">
        <pc:chgData name="Samsaam-Ali Baig" userId="S::samsaam-ali.baig@etu.univ-smb.fr::e774e39e-b71f-495a-b2c4-4031f2c15ea7" providerId="AD" clId="Web-{4899BD93-51A4-D7DF-86B6-9F404296265B}" dt="2025-10-06T10:22:41.239" v="18" actId="20577"/>
        <pc:sldMkLst>
          <pc:docMk/>
          <pc:sldMk cId="1424150488" sldId="283"/>
        </pc:sldMkLst>
        <pc:spChg chg="mod">
          <ac:chgData name="Samsaam-Ali Baig" userId="S::samsaam-ali.baig@etu.univ-smb.fr::e774e39e-b71f-495a-b2c4-4031f2c15ea7" providerId="AD" clId="Web-{4899BD93-51A4-D7DF-86B6-9F404296265B}" dt="2025-10-06T10:22:41.239" v="18" actId="20577"/>
          <ac:spMkLst>
            <pc:docMk/>
            <pc:sldMk cId="1424150488" sldId="283"/>
            <ac:spMk id="2" creationId="{1FD6E882-56CF-54F1-9776-E617B012D290}"/>
          </ac:spMkLst>
        </pc:spChg>
      </pc:sldChg>
      <pc:sldChg chg="modSp">
        <pc:chgData name="Samsaam-Ali Baig" userId="S::samsaam-ali.baig@etu.univ-smb.fr::e774e39e-b71f-495a-b2c4-4031f2c15ea7" providerId="AD" clId="Web-{4899BD93-51A4-D7DF-86B6-9F404296265B}" dt="2025-10-06T10:22:33.269" v="17" actId="20577"/>
        <pc:sldMkLst>
          <pc:docMk/>
          <pc:sldMk cId="3823838768" sldId="288"/>
        </pc:sldMkLst>
        <pc:spChg chg="mod">
          <ac:chgData name="Samsaam-Ali Baig" userId="S::samsaam-ali.baig@etu.univ-smb.fr::e774e39e-b71f-495a-b2c4-4031f2c15ea7" providerId="AD" clId="Web-{4899BD93-51A4-D7DF-86B6-9F404296265B}" dt="2025-10-06T10:22:33.269" v="17" actId="20577"/>
          <ac:spMkLst>
            <pc:docMk/>
            <pc:sldMk cId="3823838768" sldId="288"/>
            <ac:spMk id="3" creationId="{45BE1662-040B-5DE4-DDC9-557A94069F66}"/>
          </ac:spMkLst>
        </pc:spChg>
      </pc:sldChg>
      <pc:sldChg chg="modSp">
        <pc:chgData name="Samsaam-Ali Baig" userId="S::samsaam-ali.baig@etu.univ-smb.fr::e774e39e-b71f-495a-b2c4-4031f2c15ea7" providerId="AD" clId="Web-{4899BD93-51A4-D7DF-86B6-9F404296265B}" dt="2025-10-06T10:22:26.378" v="16" actId="20577"/>
        <pc:sldMkLst>
          <pc:docMk/>
          <pc:sldMk cId="2595562517" sldId="289"/>
        </pc:sldMkLst>
        <pc:spChg chg="mod">
          <ac:chgData name="Samsaam-Ali Baig" userId="S::samsaam-ali.baig@etu.univ-smb.fr::e774e39e-b71f-495a-b2c4-4031f2c15ea7" providerId="AD" clId="Web-{4899BD93-51A4-D7DF-86B6-9F404296265B}" dt="2025-10-06T10:22:26.378" v="16" actId="20577"/>
          <ac:spMkLst>
            <pc:docMk/>
            <pc:sldMk cId="2595562517" sldId="289"/>
            <ac:spMk id="3" creationId="{CCA8F48F-2E28-A392-7771-FDE56ADD772E}"/>
          </ac:spMkLst>
        </pc:spChg>
      </pc:sldChg>
      <pc:sldChg chg="modSp">
        <pc:chgData name="Samsaam-Ali Baig" userId="S::samsaam-ali.baig@etu.univ-smb.fr::e774e39e-b71f-495a-b2c4-4031f2c15ea7" providerId="AD" clId="Web-{4899BD93-51A4-D7DF-86B6-9F404296265B}" dt="2025-10-06T10:23:00.771" v="21" actId="20577"/>
        <pc:sldMkLst>
          <pc:docMk/>
          <pc:sldMk cId="1526006032" sldId="290"/>
        </pc:sldMkLst>
        <pc:spChg chg="mod">
          <ac:chgData name="Samsaam-Ali Baig" userId="S::samsaam-ali.baig@etu.univ-smb.fr::e774e39e-b71f-495a-b2c4-4031f2c15ea7" providerId="AD" clId="Web-{4899BD93-51A4-D7DF-86B6-9F404296265B}" dt="2025-10-06T10:23:00.771" v="21" actId="20577"/>
          <ac:spMkLst>
            <pc:docMk/>
            <pc:sldMk cId="1526006032" sldId="290"/>
            <ac:spMk id="3" creationId="{A6585FC7-F0C3-6A9D-772B-8DA9897BE70B}"/>
          </ac:spMkLst>
        </pc:spChg>
      </pc:sldChg>
    </pc:docChg>
  </pc:docChgLst>
  <pc:docChgLst>
    <pc:chgData name="Samsaam-Ali Baig" userId="S::samsaam-ali.baig@etu.univ-smb.fr::e774e39e-b71f-495a-b2c4-4031f2c15ea7" providerId="AD" clId="Web-{F6BEA960-81E6-BA43-E21E-A2C5FEBEA167}"/>
    <pc:docChg chg="modSld">
      <pc:chgData name="Samsaam-Ali Baig" userId="S::samsaam-ali.baig@etu.univ-smb.fr::e774e39e-b71f-495a-b2c4-4031f2c15ea7" providerId="AD" clId="Web-{F6BEA960-81E6-BA43-E21E-A2C5FEBEA167}" dt="2025-10-05T23:43:28.139" v="17" actId="20577"/>
      <pc:docMkLst>
        <pc:docMk/>
      </pc:docMkLst>
      <pc:sldChg chg="modSp">
        <pc:chgData name="Samsaam-Ali Baig" userId="S::samsaam-ali.baig@etu.univ-smb.fr::e774e39e-b71f-495a-b2c4-4031f2c15ea7" providerId="AD" clId="Web-{F6BEA960-81E6-BA43-E21E-A2C5FEBEA167}" dt="2025-10-05T23:43:28.139" v="17" actId="20577"/>
        <pc:sldMkLst>
          <pc:docMk/>
          <pc:sldMk cId="3184506572" sldId="281"/>
        </pc:sldMkLst>
        <pc:spChg chg="mod">
          <ac:chgData name="Samsaam-Ali Baig" userId="S::samsaam-ali.baig@etu.univ-smb.fr::e774e39e-b71f-495a-b2c4-4031f2c15ea7" providerId="AD" clId="Web-{F6BEA960-81E6-BA43-E21E-A2C5FEBEA167}" dt="2025-10-05T23:43:04.216" v="14" actId="20577"/>
          <ac:spMkLst>
            <pc:docMk/>
            <pc:sldMk cId="3184506572" sldId="281"/>
            <ac:spMk id="3" creationId="{FA01CE8C-C427-9A7D-71F2-F89E8418732D}"/>
          </ac:spMkLst>
        </pc:spChg>
        <pc:spChg chg="mod">
          <ac:chgData name="Samsaam-Ali Baig" userId="S::samsaam-ali.baig@etu.univ-smb.fr::e774e39e-b71f-495a-b2c4-4031f2c15ea7" providerId="AD" clId="Web-{F6BEA960-81E6-BA43-E21E-A2C5FEBEA167}" dt="2025-10-05T23:42:42.137" v="5" actId="20577"/>
          <ac:spMkLst>
            <pc:docMk/>
            <pc:sldMk cId="3184506572" sldId="281"/>
            <ac:spMk id="6" creationId="{D4B9284A-0123-3913-C384-83F768ED9443}"/>
          </ac:spMkLst>
        </pc:spChg>
        <pc:spChg chg="mod">
          <ac:chgData name="Samsaam-Ali Baig" userId="S::samsaam-ali.baig@etu.univ-smb.fr::e774e39e-b71f-495a-b2c4-4031f2c15ea7" providerId="AD" clId="Web-{F6BEA960-81E6-BA43-E21E-A2C5FEBEA167}" dt="2025-10-05T23:43:28.139" v="17" actId="20577"/>
          <ac:spMkLst>
            <pc:docMk/>
            <pc:sldMk cId="3184506572" sldId="281"/>
            <ac:spMk id="8" creationId="{A1D6217F-2570-FB04-1454-35371CE3E830}"/>
          </ac:spMkLst>
        </pc:spChg>
        <pc:spChg chg="mod">
          <ac:chgData name="Samsaam-Ali Baig" userId="S::samsaam-ali.baig@etu.univ-smb.fr::e774e39e-b71f-495a-b2c4-4031f2c15ea7" providerId="AD" clId="Web-{F6BEA960-81E6-BA43-E21E-A2C5FEBEA167}" dt="2025-10-05T23:42:31.574" v="3" actId="20577"/>
          <ac:spMkLst>
            <pc:docMk/>
            <pc:sldMk cId="3184506572" sldId="281"/>
            <ac:spMk id="14" creationId="{396C5791-84A4-D40C-705E-FF462CE1D6CE}"/>
          </ac:spMkLst>
        </pc:spChg>
      </pc:sldChg>
    </pc:docChg>
  </pc:docChgLst>
  <pc:docChgLst>
    <pc:chgData name="Papa-Madiara Sene" userId="S::papa-madiara.sene@etu.univ-smb.fr::3095c3e5-2e0b-4de2-a5fa-758dccb09853" providerId="AD" clId="Web-{8807843F-AE43-6C19-2F6C-A193B4AB75C6}"/>
    <pc:docChg chg="modSld">
      <pc:chgData name="Papa-Madiara Sene" userId="S::papa-madiara.sene@etu.univ-smb.fr::3095c3e5-2e0b-4de2-a5fa-758dccb09853" providerId="AD" clId="Web-{8807843F-AE43-6C19-2F6C-A193B4AB75C6}" dt="2025-10-06T11:44:25.432" v="3" actId="20577"/>
      <pc:docMkLst>
        <pc:docMk/>
      </pc:docMkLst>
      <pc:sldChg chg="modSp">
        <pc:chgData name="Papa-Madiara Sene" userId="S::papa-madiara.sene@etu.univ-smb.fr::3095c3e5-2e0b-4de2-a5fa-758dccb09853" providerId="AD" clId="Web-{8807843F-AE43-6C19-2F6C-A193B4AB75C6}" dt="2025-10-06T11:44:25.432" v="3" actId="20577"/>
        <pc:sldMkLst>
          <pc:docMk/>
          <pc:sldMk cId="1424150488" sldId="283"/>
        </pc:sldMkLst>
        <pc:spChg chg="mod">
          <ac:chgData name="Papa-Madiara Sene" userId="S::papa-madiara.sene@etu.univ-smb.fr::3095c3e5-2e0b-4de2-a5fa-758dccb09853" providerId="AD" clId="Web-{8807843F-AE43-6C19-2F6C-A193B4AB75C6}" dt="2025-10-06T11:44:25.432" v="3" actId="20577"/>
          <ac:spMkLst>
            <pc:docMk/>
            <pc:sldMk cId="1424150488" sldId="283"/>
            <ac:spMk id="2" creationId="{1FD6E882-56CF-54F1-9776-E617B012D29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C32456-4FF3-435F-B03B-B8D0CE646C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AAF674-F26D-473E-9D53-48E35C0805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871CB-7D37-4FAB-B9ED-4377A4D8FB20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5A715-4835-402B-BB1A-CF0CABC045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6AE5A0-5322-48C1-AAD9-D4F92B3C7E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DA370-3937-44ED-9988-7642B6F3E4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69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EEF79-99CC-4F81-B4D6-D8238D76DBFC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C5344-2AF1-4DB7-89C3-3B38D8B6B9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13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FF38DF-3722-4EE9-AE05-26B3C07994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1703" y="1543006"/>
            <a:ext cx="6163056" cy="581558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9E3191-4C97-4E96-BDCA-9CFAAF733D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6238" y="1543006"/>
            <a:ext cx="3244850" cy="5815583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377190" indent="0">
              <a:buNone/>
              <a:defRPr/>
            </a:lvl2pPr>
            <a:lvl3pPr marL="754380" indent="0">
              <a:buNone/>
              <a:defRPr/>
            </a:lvl3pPr>
            <a:lvl4pPr marL="1131570" indent="0">
              <a:buNone/>
              <a:defRPr/>
            </a:lvl4pPr>
            <a:lvl5pPr marL="150876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5C1084-4980-48F0-8491-4EDFEE9D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1703" y="154727"/>
            <a:ext cx="9154994" cy="1502305"/>
          </a:xfrm>
        </p:spPr>
        <p:txBody>
          <a:bodyPr>
            <a:normAutofit/>
          </a:bodyPr>
          <a:lstStyle>
            <a:lvl1pPr algn="ctr"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EDC26-1C8A-49E6-8649-DC237393B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BECA-3212-4A5B-B9AF-C03EDE72AD91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9BE249-3B9F-4033-B1C5-264A0EBC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5DA54-7512-48DD-9777-1C5EF5EA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BE8F-0DAB-48BB-B5ED-43D873A94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44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87FA025-9CE5-4D24-88F3-5B393073121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50876" y="116586"/>
            <a:ext cx="9756648" cy="753922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BBEC44-041F-4312-9B0C-3A67D7B6D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" y="116587"/>
            <a:ext cx="9756648" cy="768604"/>
          </a:xfrm>
        </p:spPr>
        <p:txBody>
          <a:bodyPr anchor="t">
            <a:normAutofit/>
          </a:bodyPr>
          <a:lstStyle>
            <a:lvl1pPr algn="ctr">
              <a:defRPr sz="19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B180C-9C77-4695-AFDF-D7E0EAD2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BECA-3212-4A5B-B9AF-C03EDE72AD91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80EC47-D9D3-466D-8977-9CE5E7E1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2C35B-B517-42A0-BADD-6AF6A83CA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7BE8F-0DAB-48BB-B5ED-43D873A94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54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FC5AF8-D558-466F-A592-16B2A4D39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B6FAB-E45B-4FEF-8078-5C0BD6729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AEDAE-1AB7-4054-8DD3-4591873A6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EBECA-3212-4A5B-B9AF-C03EDE72AD91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9C897-D318-432C-9927-F3D50FB36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7AD6-49F1-4CCF-BF69-04E62D41C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7BE8F-0DAB-48BB-B5ED-43D873A94F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64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0" r:id="rId2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1157255-4500-D9C8-2CEE-415F69FB7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 Page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1D6217F-2570-FB04-1454-35371CE3E830}"/>
              </a:ext>
            </a:extLst>
          </p:cNvPr>
          <p:cNvSpPr txBox="1">
            <a:spLocks/>
          </p:cNvSpPr>
          <p:nvPr/>
        </p:nvSpPr>
        <p:spPr>
          <a:xfrm>
            <a:off x="136051" y="5114897"/>
            <a:ext cx="9752866" cy="9345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b="1">
                <a:ln w="41275">
                  <a:noFill/>
                </a:ln>
                <a:solidFill>
                  <a:srgbClr val="0070C0"/>
                </a:solidFill>
                <a:latin typeface="Times New Roman"/>
                <a:cs typeface="Times New Roman"/>
              </a:rPr>
              <a:t>By</a:t>
            </a:r>
          </a:p>
          <a:p>
            <a:pPr>
              <a:lnSpc>
                <a:spcPct val="75000"/>
              </a:lnSpc>
            </a:pPr>
            <a:r>
              <a:rPr lang="en-US" b="1">
                <a:ln w="41275">
                  <a:noFill/>
                </a:ln>
                <a:solidFill>
                  <a:srgbClr val="0070C0"/>
                </a:solidFill>
                <a:latin typeface="Times New Roman"/>
                <a:cs typeface="Times New Roman"/>
              </a:rPr>
              <a:t>ROBO-UN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6C5791-84A4-D40C-705E-FF462CE1D6CE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2000">
              <a:solidFill>
                <a:schemeClr val="bg1"/>
              </a:solidFill>
              <a:ea typeface="Source Sans Pro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4EE9371-3AD5-004A-E9AA-9F24DED92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70" y="153837"/>
            <a:ext cx="2267912" cy="76775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713B307-9DA7-4117-AAFE-35EEC160A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795" y="137544"/>
            <a:ext cx="2662458" cy="767751"/>
          </a:xfrm>
          <a:prstGeom prst="rect">
            <a:avLst/>
          </a:prstGeom>
        </p:spPr>
      </p:pic>
      <p:sp>
        <p:nvSpPr>
          <p:cNvPr id="47" name="Title 1">
            <a:extLst>
              <a:ext uri="{FF2B5EF4-FFF2-40B4-BE49-F238E27FC236}">
                <a16:creationId xmlns:a16="http://schemas.microsoft.com/office/drawing/2014/main" id="{EF5392FE-9E51-7DFD-F849-89C0F82FC7FD}"/>
              </a:ext>
            </a:extLst>
          </p:cNvPr>
          <p:cNvSpPr txBox="1">
            <a:spLocks/>
          </p:cNvSpPr>
          <p:nvPr/>
        </p:nvSpPr>
        <p:spPr>
          <a:xfrm>
            <a:off x="8498866" y="7461283"/>
            <a:ext cx="1960461" cy="44575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7543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75000"/>
              </a:lnSpc>
            </a:pPr>
            <a:r>
              <a:rPr lang="en-US" sz="2000" b="1">
                <a:ln w="41275">
                  <a:noFill/>
                </a:ln>
                <a:solidFill>
                  <a:schemeClr val="bg1"/>
                </a:solidFill>
                <a:latin typeface="Times New Roman"/>
                <a:cs typeface="Times New Roman"/>
              </a:rPr>
              <a:t>Page-01</a:t>
            </a:r>
          </a:p>
          <a:p>
            <a:pPr algn="l">
              <a:lnSpc>
                <a:spcPct val="75000"/>
              </a:lnSpc>
            </a:pPr>
            <a:endParaRPr lang="en-US" sz="8000">
              <a:ln w="41275">
                <a:noFill/>
              </a:ln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1CE8C-C427-9A7D-71F2-F89E8418732D}"/>
              </a:ext>
            </a:extLst>
          </p:cNvPr>
          <p:cNvSpPr txBox="1"/>
          <p:nvPr/>
        </p:nvSpPr>
        <p:spPr>
          <a:xfrm>
            <a:off x="127942" y="1108662"/>
            <a:ext cx="3230768" cy="4010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solidFill>
                  <a:srgbClr val="0070C0"/>
                </a:solidFill>
                <a:ea typeface="Source Sans Pro"/>
              </a:rPr>
              <a:t>Monday,  06 Oct 2025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6F006-75FC-F893-9D41-86E6B6722A45}"/>
              </a:ext>
            </a:extLst>
          </p:cNvPr>
          <p:cNvSpPr/>
          <p:nvPr/>
        </p:nvSpPr>
        <p:spPr>
          <a:xfrm>
            <a:off x="11279" y="2677126"/>
            <a:ext cx="10063379" cy="1633543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PROJ703/ PROJ903 International Challenge Project “Eurobot”</a:t>
            </a:r>
          </a:p>
          <a:p>
            <a:pPr algn="ctr"/>
            <a:endParaRPr lang="en-US" sz="2000">
              <a:ea typeface="Source Sans Pro"/>
            </a:endParaRPr>
          </a:p>
        </p:txBody>
      </p:sp>
      <p:pic>
        <p:nvPicPr>
          <p:cNvPr id="7" name="Picture 6" descr="A blue and white logo&#10;&#10;AI-generated content may be incorrect.">
            <a:extLst>
              <a:ext uri="{FF2B5EF4-FFF2-40B4-BE49-F238E27FC236}">
                <a16:creationId xmlns:a16="http://schemas.microsoft.com/office/drawing/2014/main" id="{FAEE5F1C-16CC-CED4-16A3-6CC3B51EA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0906" y="834216"/>
            <a:ext cx="1875341" cy="165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50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ACF7AEB-6C9E-5B79-D18E-D6709FFB6C6A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02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A889B9-DD29-0AA0-B00C-66E3D7826C72}"/>
              </a:ext>
            </a:extLst>
          </p:cNvPr>
          <p:cNvSpPr/>
          <p:nvPr/>
        </p:nvSpPr>
        <p:spPr>
          <a:xfrm>
            <a:off x="0" y="0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Table of Content 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205217-C744-C15A-EA87-7FA0E54E350E}"/>
              </a:ext>
            </a:extLst>
          </p:cNvPr>
          <p:cNvSpPr/>
          <p:nvPr/>
        </p:nvSpPr>
        <p:spPr>
          <a:xfrm>
            <a:off x="684618" y="1375002"/>
            <a:ext cx="8193042" cy="527028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000" b="1">
                <a:latin typeface="Times New Roman"/>
                <a:ea typeface="Source Sans Pro"/>
                <a:cs typeface="Times New Roman"/>
              </a:rPr>
              <a:t>Simulation -03</a:t>
            </a:r>
          </a:p>
          <a:p>
            <a:pPr algn="ctr"/>
            <a:r>
              <a:rPr lang="en-US" sz="4000" b="1">
                <a:latin typeface="Times New Roman"/>
                <a:ea typeface="Source Sans Pro"/>
                <a:cs typeface="Times New Roman"/>
              </a:rPr>
              <a:t>Mechanics -04</a:t>
            </a:r>
          </a:p>
          <a:p>
            <a:pPr algn="ctr"/>
            <a:r>
              <a:rPr lang="en-US" sz="4000" b="1">
                <a:latin typeface="Times New Roman"/>
                <a:ea typeface="Source Sans Pro"/>
                <a:cs typeface="Times New Roman"/>
              </a:rPr>
              <a:t>Electronics -05</a:t>
            </a:r>
          </a:p>
          <a:p>
            <a:pPr algn="ctr"/>
            <a:r>
              <a:rPr lang="en-US" sz="4000" b="1">
                <a:latin typeface="Times New Roman"/>
                <a:ea typeface="Source Sans Pro"/>
                <a:cs typeface="Times New Roman"/>
              </a:rPr>
              <a:t>Roadmap -06</a:t>
            </a:r>
          </a:p>
          <a:p>
            <a:pPr algn="ctr"/>
            <a:r>
              <a:rPr lang="en-US" sz="4000" b="1">
                <a:latin typeface="Times New Roman"/>
                <a:ea typeface="Source Sans Pro"/>
                <a:cs typeface="Times New Roman"/>
              </a:rPr>
              <a:t>Motivation -07</a:t>
            </a:r>
          </a:p>
        </p:txBody>
      </p:sp>
    </p:spTree>
    <p:extLst>
      <p:ext uri="{BB962C8B-B14F-4D97-AF65-F5344CB8AC3E}">
        <p14:creationId xmlns:p14="http://schemas.microsoft.com/office/powerpoint/2010/main" val="1943727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6C899-62AC-210D-D2A9-104873F51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441BCD2-D53E-C811-9079-C42D68B28F70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03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DEF3A-CFD0-889C-169D-679F8055EAAB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SIMULATION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D6E882-56CF-54F1-9776-E617B012D290}"/>
              </a:ext>
            </a:extLst>
          </p:cNvPr>
          <p:cNvSpPr txBox="1"/>
          <p:nvPr/>
        </p:nvSpPr>
        <p:spPr>
          <a:xfrm>
            <a:off x="576563" y="1107609"/>
            <a:ext cx="875083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endParaRPr lang="en-US" sz="2400" b="1">
              <a:latin typeface="Times New Roman"/>
              <a:ea typeface="Source Sans Pro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endParaRPr lang="en-US" sz="2400" b="1">
              <a:latin typeface="Times New Roman"/>
              <a:ea typeface="Source Sans Pro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Installation of the necessary programs.</a:t>
            </a:r>
            <a:endParaRPr lang="en-US" sz="2000">
              <a:ea typeface="Source Sans Pro"/>
            </a:endParaRPr>
          </a:p>
          <a:p>
            <a:pPr marL="342900" indent="-342900">
              <a:buFont typeface="Arial"/>
              <a:buChar char="•"/>
            </a:pPr>
            <a:endParaRPr lang="en-US" sz="2400" b="1">
              <a:latin typeface="Times New Roman"/>
              <a:ea typeface="Source Sans Pro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Difficulties installing ROS2+Headless Gazebo and getting it to run.</a:t>
            </a:r>
          </a:p>
          <a:p>
            <a:pPr marL="342900" indent="-342900">
              <a:buFont typeface="Arial"/>
              <a:buChar char="•"/>
            </a:pPr>
            <a:endParaRPr lang="en-US" sz="2400" b="1">
              <a:latin typeface="Times New Roman"/>
              <a:ea typeface="Source Sans Pro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US" sz="2400" b="1">
                <a:latin typeface="Times New Roman"/>
                <a:ea typeface="Source Sans Pro"/>
                <a:cs typeface="Times New Roman"/>
              </a:rPr>
              <a:t>For next week: Start simulating basic movements on the actual map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5E4BB3-9796-66CC-27A1-4C744B8D9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48" y="4535231"/>
            <a:ext cx="10061258" cy="239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5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DF68D-056A-ACE1-8ABC-F3468C4EA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95C8FD-89DB-FDD9-2D58-F4F4F1BD7F1E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04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215001-234D-4F24-EBA8-EC2DFB3BA9C2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MECHANICS</a:t>
            </a:r>
          </a:p>
        </p:txBody>
      </p:sp>
      <p:pic>
        <p:nvPicPr>
          <p:cNvPr id="2" name="图片 1" descr="图示&#10;&#10;AI 生成的内容可能不正确。">
            <a:extLst>
              <a:ext uri="{FF2B5EF4-FFF2-40B4-BE49-F238E27FC236}">
                <a16:creationId xmlns:a16="http://schemas.microsoft.com/office/drawing/2014/main" id="{BDF05782-4652-D63C-A89E-C22F8181E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8754"/>
            <a:ext cx="6692117" cy="415125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5BE1662-040B-5DE4-DDC9-557A94069F66}"/>
              </a:ext>
            </a:extLst>
          </p:cNvPr>
          <p:cNvSpPr txBox="1"/>
          <p:nvPr/>
        </p:nvSpPr>
        <p:spPr>
          <a:xfrm>
            <a:off x="6925378" y="1935344"/>
            <a:ext cx="2792101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800" b="1">
                <a:latin typeface="Times New Roman"/>
                <a:cs typeface="Times New Roman"/>
              </a:rPr>
              <a:t>1.</a:t>
            </a:r>
            <a:r>
              <a:rPr lang="zh-CN" sz="2800" b="1">
                <a:latin typeface="Times New Roman"/>
                <a:ea typeface="+mn-lt"/>
                <a:cs typeface="+mn-lt"/>
              </a:rPr>
              <a:t>Precise dimensions</a:t>
            </a:r>
            <a:endParaRPr lang="zh-CN" altLang="en-US" sz="2800" b="1">
              <a:latin typeface="Times New Roman"/>
              <a:cs typeface="Times New Roman"/>
            </a:endParaRPr>
          </a:p>
          <a:p>
            <a:r>
              <a:rPr lang="zh-CN" altLang="en-US" sz="2800" b="1">
                <a:latin typeface="Times New Roman"/>
                <a:cs typeface="Times New Roman"/>
              </a:rPr>
              <a:t>2.</a:t>
            </a:r>
            <a:r>
              <a:rPr lang="zh-CN" sz="2800" b="1">
                <a:latin typeface="Times New Roman"/>
                <a:ea typeface="+mn-lt"/>
                <a:cs typeface="+mn-lt"/>
              </a:rPr>
              <a:t>corresponding colour</a:t>
            </a:r>
            <a:endParaRPr lang="zh-CN" altLang="en-US" sz="2800" b="1">
              <a:latin typeface="Times New Roman"/>
              <a:ea typeface="+mn-lt"/>
              <a:cs typeface="+mn-lt"/>
            </a:endParaRPr>
          </a:p>
          <a:p>
            <a:r>
              <a:rPr lang="zh-CN" altLang="en-US" sz="2800" b="1">
                <a:latin typeface="Times New Roman"/>
                <a:cs typeface="Times New Roman"/>
              </a:rPr>
              <a:t>3.STL. for simulation</a:t>
            </a:r>
          </a:p>
          <a:p>
            <a:r>
              <a:rPr lang="zh-CN" altLang="en-US" sz="2800" b="1">
                <a:latin typeface="Times New Roman"/>
                <a:cs typeface="Times New Roman"/>
              </a:rPr>
              <a:t>and SWpart. for changing</a:t>
            </a:r>
          </a:p>
        </p:txBody>
      </p:sp>
    </p:spTree>
    <p:extLst>
      <p:ext uri="{BB962C8B-B14F-4D97-AF65-F5344CB8AC3E}">
        <p14:creationId xmlns:p14="http://schemas.microsoft.com/office/powerpoint/2010/main" val="3823838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139C7-BA70-B5AB-1043-841303B6F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D7D6721-7A87-1826-F789-E562A167F37C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05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8F1FEF-2E84-92D3-3755-1E812F94C994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ELECTRONICS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8F48F-2E28-A392-7771-FDE56ADD772E}"/>
              </a:ext>
            </a:extLst>
          </p:cNvPr>
          <p:cNvSpPr txBox="1"/>
          <p:nvPr/>
        </p:nvSpPr>
        <p:spPr>
          <a:xfrm>
            <a:off x="582052" y="1472594"/>
            <a:ext cx="8899943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Times New Roman"/>
                <a:ea typeface="Source Sans Pro"/>
                <a:cs typeface="Times New Roman"/>
              </a:rPr>
              <a:t>1-  </a:t>
            </a:r>
            <a:r>
              <a:rPr lang="en-US" sz="2800" b="1" err="1">
                <a:latin typeface="Times New Roman"/>
                <a:ea typeface="Source Sans Pro"/>
                <a:cs typeface="Times New Roman"/>
              </a:rPr>
              <a:t>Lipo</a:t>
            </a:r>
            <a:r>
              <a:rPr lang="en-US" sz="2800" b="1">
                <a:latin typeface="Times New Roman"/>
                <a:ea typeface="Source Sans Pro"/>
                <a:cs typeface="Times New Roman"/>
              </a:rPr>
              <a:t> 4S Battery</a:t>
            </a:r>
            <a:endParaRPr lang="en-US" sz="2000">
              <a:latin typeface="Times New Roman"/>
              <a:ea typeface="Source Sans Pro"/>
              <a:cs typeface="Times New Roman"/>
            </a:endParaRPr>
          </a:p>
          <a:p>
            <a:endParaRPr lang="en-US" sz="2800" b="1">
              <a:latin typeface="Times New Roman"/>
              <a:ea typeface="Source Sans Pro"/>
              <a:cs typeface="Times New Roman"/>
            </a:endParaRPr>
          </a:p>
          <a:p>
            <a:r>
              <a:rPr lang="en-US" sz="2800" b="1">
                <a:latin typeface="Times New Roman"/>
                <a:ea typeface="Source Sans Pro"/>
                <a:cs typeface="Times New Roman"/>
              </a:rPr>
              <a:t>2- Microcontroller (Teensy 4.1)</a:t>
            </a:r>
          </a:p>
          <a:p>
            <a:endParaRPr lang="en-US" sz="2800" b="1">
              <a:latin typeface="Times New Roman"/>
              <a:ea typeface="Source Sans Pro"/>
              <a:cs typeface="Times New Roman"/>
            </a:endParaRPr>
          </a:p>
          <a:p>
            <a:r>
              <a:rPr lang="en-US" sz="2800" b="1">
                <a:latin typeface="Times New Roman"/>
                <a:ea typeface="Source Sans Pro"/>
                <a:cs typeface="Times New Roman"/>
              </a:rPr>
              <a:t>3- On-board Computer (Raspberry Pi)</a:t>
            </a:r>
          </a:p>
          <a:p>
            <a:endParaRPr lang="en-US" sz="2800" b="1">
              <a:latin typeface="Times New Roman"/>
              <a:ea typeface="Source Sans Pro"/>
              <a:cs typeface="Times New Roman"/>
            </a:endParaRPr>
          </a:p>
          <a:p>
            <a:r>
              <a:rPr lang="en-US" sz="2800" b="1">
                <a:latin typeface="Times New Roman"/>
                <a:ea typeface="Source Sans Pro"/>
                <a:cs typeface="Times New Roman"/>
              </a:rPr>
              <a:t>4- Sensors (IMU 9 axis, TOF, Global shutter Camera)</a:t>
            </a:r>
          </a:p>
          <a:p>
            <a:endParaRPr lang="en-US" sz="2800" b="1">
              <a:latin typeface="Times New Roman"/>
              <a:ea typeface="Source Sans Pro"/>
              <a:cs typeface="Times New Roman"/>
            </a:endParaRPr>
          </a:p>
          <a:p>
            <a:r>
              <a:rPr lang="en-US" sz="2800" b="1">
                <a:latin typeface="Times New Roman"/>
                <a:ea typeface="Source Sans Pro"/>
                <a:cs typeface="Times New Roman"/>
              </a:rPr>
              <a:t>5- Actuators (DC motors with encoders, Servos)</a:t>
            </a:r>
          </a:p>
          <a:p>
            <a:endParaRPr lang="en-US" sz="2800" b="1">
              <a:latin typeface="Times New Roman"/>
              <a:ea typeface="Source Sans Pro"/>
              <a:cs typeface="Times New Roman"/>
            </a:endParaRPr>
          </a:p>
          <a:p>
            <a:r>
              <a:rPr lang="en-US" sz="2800" b="1">
                <a:latin typeface="Times New Roman"/>
                <a:ea typeface="Source Sans Pro"/>
                <a:cs typeface="Times New Roman"/>
              </a:rPr>
              <a:t>6- Emergency Stop switch, Fuses, BMS</a:t>
            </a:r>
          </a:p>
        </p:txBody>
      </p:sp>
    </p:spTree>
    <p:extLst>
      <p:ext uri="{BB962C8B-B14F-4D97-AF65-F5344CB8AC3E}">
        <p14:creationId xmlns:p14="http://schemas.microsoft.com/office/powerpoint/2010/main" val="2595562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517FC-3B55-100A-2A1E-B826AF5EA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A197DF-C94F-54E5-6331-6326068F3DBC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06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CE928D-D2F4-B3FE-A544-EDBB4D5DB0C5}"/>
              </a:ext>
            </a:extLst>
          </p:cNvPr>
          <p:cNvSpPr/>
          <p:nvPr/>
        </p:nvSpPr>
        <p:spPr>
          <a:xfrm>
            <a:off x="0" y="0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68AD36-4A7E-2F53-26BD-361FFB28B6EA}"/>
              </a:ext>
            </a:extLst>
          </p:cNvPr>
          <p:cNvSpPr txBox="1"/>
          <p:nvPr/>
        </p:nvSpPr>
        <p:spPr>
          <a:xfrm>
            <a:off x="402729" y="825360"/>
            <a:ext cx="9454214" cy="63709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Electronics-first co-design:</a:t>
            </a:r>
            <a:r>
              <a:rPr lang="en-US" sz="2400">
                <a:ea typeface="+mn-lt"/>
                <a:cs typeface="+mn-lt"/>
              </a:rPr>
              <a:t> motor/driver/power choices </a:t>
            </a:r>
            <a:r>
              <a:rPr lang="en-US" sz="2400" b="1">
                <a:ea typeface="+mn-lt"/>
                <a:cs typeface="+mn-lt"/>
              </a:rPr>
              <a:t>define mechanical envelopes</a:t>
            </a:r>
            <a:r>
              <a:rPr lang="en-US" sz="2400">
                <a:ea typeface="+mn-lt"/>
                <a:cs typeface="+mn-lt"/>
              </a:rPr>
              <a:t> (then freeze them).</a:t>
            </a:r>
            <a:endParaRPr lang="en-US" sz="2400">
              <a:ea typeface="Source Sans Pro"/>
            </a:endParaRPr>
          </a:p>
          <a:p>
            <a:endParaRPr lang="en-US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Gazebo-first:</a:t>
            </a:r>
            <a:r>
              <a:rPr lang="en-US" sz="2400">
                <a:ea typeface="+mn-lt"/>
                <a:cs typeface="+mn-lt"/>
              </a:rPr>
              <a:t> simulate the </a:t>
            </a:r>
            <a:r>
              <a:rPr lang="en-US" sz="2400" b="1">
                <a:ea typeface="+mn-lt"/>
                <a:cs typeface="+mn-lt"/>
              </a:rPr>
              <a:t>full match flow</a:t>
            </a:r>
            <a:r>
              <a:rPr lang="en-US" sz="2400">
                <a:ea typeface="+mn-lt"/>
                <a:cs typeface="+mn-lt"/>
              </a:rPr>
              <a:t> before machining/printing.</a:t>
            </a:r>
            <a:endParaRPr lang="en-US" sz="2400">
              <a:ea typeface="Source Sans Pro"/>
            </a:endParaRPr>
          </a:p>
          <a:p>
            <a:endParaRPr lang="en-US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Modular mechanics (</a:t>
            </a:r>
            <a:r>
              <a:rPr lang="en-US" sz="2400" b="1" err="1">
                <a:ea typeface="+mn-lt"/>
                <a:cs typeface="+mn-lt"/>
              </a:rPr>
              <a:t>DfMA</a:t>
            </a:r>
            <a:r>
              <a:rPr lang="en-US" sz="2400" b="1">
                <a:ea typeface="+mn-lt"/>
                <a:cs typeface="+mn-lt"/>
              </a:rPr>
              <a:t>):</a:t>
            </a:r>
            <a:r>
              <a:rPr lang="en-US" sz="2400">
                <a:ea typeface="+mn-lt"/>
                <a:cs typeface="+mn-lt"/>
              </a:rPr>
              <a:t> quick-swap subsystems </a:t>
            </a:r>
            <a:r>
              <a:rPr lang="en-US" sz="2400" b="1">
                <a:ea typeface="+mn-lt"/>
                <a:cs typeface="+mn-lt"/>
              </a:rPr>
              <a:t>quick-swap subsystems</a:t>
            </a:r>
            <a:r>
              <a:rPr lang="en-US" sz="2400">
                <a:ea typeface="+mn-lt"/>
                <a:cs typeface="+mn-lt"/>
              </a:rPr>
              <a:t> , easy service, minimal part/fastener variety.</a:t>
            </a:r>
            <a:endParaRPr lang="en-US" sz="240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endParaRPr lang="en-US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Simple → layered:</a:t>
            </a:r>
            <a:r>
              <a:rPr lang="en-US" sz="2400">
                <a:ea typeface="+mn-lt"/>
                <a:cs typeface="+mn-lt"/>
              </a:rPr>
              <a:t> deliver a </a:t>
            </a:r>
            <a:r>
              <a:rPr lang="en-US" sz="2400" b="1">
                <a:ea typeface="+mn-lt"/>
                <a:cs typeface="+mn-lt"/>
              </a:rPr>
              <a:t>reliable MVP now</a:t>
            </a:r>
            <a:r>
              <a:rPr lang="en-US" sz="2400">
                <a:ea typeface="+mn-lt"/>
                <a:cs typeface="+mn-lt"/>
              </a:rPr>
              <a:t> ; add features only after </a:t>
            </a:r>
            <a:r>
              <a:rPr lang="en-US" sz="2400" b="1">
                <a:ea typeface="+mn-lt"/>
                <a:cs typeface="+mn-lt"/>
              </a:rPr>
              <a:t>gate KPIs</a:t>
            </a:r>
            <a:r>
              <a:rPr lang="en-US" sz="2400">
                <a:ea typeface="+mn-lt"/>
                <a:cs typeface="+mn-lt"/>
              </a:rPr>
              <a:t> are green.</a:t>
            </a:r>
            <a:endParaRPr lang="en-US" sz="240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endParaRPr lang="en-US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Timeline:</a:t>
            </a:r>
            <a:r>
              <a:rPr lang="en-US" sz="2400">
                <a:ea typeface="+mn-lt"/>
                <a:cs typeface="+mn-lt"/>
              </a:rPr>
              <a:t> September 2025 → mid-January 2026, with weekly deliverables.</a:t>
            </a:r>
            <a:endParaRPr lang="en-US" sz="240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endParaRPr lang="en-US" sz="24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Sustainability (3R): reduce, reuse, recycle</a:t>
            </a:r>
            <a:r>
              <a:rPr lang="en-US" sz="2400">
                <a:ea typeface="+mn-lt"/>
                <a:cs typeface="+mn-lt"/>
              </a:rPr>
              <a:t> ; prefer </a:t>
            </a:r>
            <a:r>
              <a:rPr lang="en-US" sz="2400" b="1">
                <a:ea typeface="+mn-lt"/>
                <a:cs typeface="+mn-lt"/>
              </a:rPr>
              <a:t>local/EU sourcing</a:t>
            </a:r>
            <a:r>
              <a:rPr lang="en-US" sz="2400">
                <a:ea typeface="+mn-lt"/>
                <a:cs typeface="+mn-lt"/>
              </a:rPr>
              <a:t> .</a:t>
            </a:r>
            <a:endParaRPr lang="en-US" sz="2400">
              <a:ea typeface="Source Sans Pro"/>
            </a:endParaRPr>
          </a:p>
          <a:p>
            <a:pPr marL="285750" indent="-285750">
              <a:buFont typeface="Arial"/>
              <a:buChar char="•"/>
            </a:pPr>
            <a:r>
              <a:rPr lang="en-US" sz="2400" b="1">
                <a:ea typeface="+mn-lt"/>
                <a:cs typeface="+mn-lt"/>
              </a:rPr>
              <a:t>Work to roles:</a:t>
            </a:r>
            <a:r>
              <a:rPr lang="en-US" sz="2400">
                <a:ea typeface="+mn-lt"/>
                <a:cs typeface="+mn-lt"/>
              </a:rPr>
              <a:t> follow our  </a:t>
            </a:r>
            <a:r>
              <a:rPr lang="en-US" sz="2400" b="1">
                <a:ea typeface="+mn-lt"/>
                <a:cs typeface="+mn-lt"/>
              </a:rPr>
              <a:t>Task Distribution</a:t>
            </a:r>
            <a:r>
              <a:rPr lang="en-US" sz="2400">
                <a:ea typeface="+mn-lt"/>
                <a:cs typeface="+mn-lt"/>
              </a:rPr>
              <a:t> </a:t>
            </a:r>
            <a:endParaRPr lang="en-US" sz="2400">
              <a:latin typeface="Source Sans Pro"/>
              <a:ea typeface="Source Sans Pr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620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E08BC-3638-058C-671E-F5A923F9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474C4E-CC3D-3E77-9E17-ECF085408E6F}"/>
              </a:ext>
            </a:extLst>
          </p:cNvPr>
          <p:cNvSpPr/>
          <p:nvPr/>
        </p:nvSpPr>
        <p:spPr>
          <a:xfrm>
            <a:off x="0" y="7159491"/>
            <a:ext cx="10051483" cy="610106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Times New Roman"/>
              </a:rPr>
              <a:t>                                      </a:t>
            </a:r>
            <a:r>
              <a:rPr lang="en-US" sz="2000" b="1" baseline="0">
                <a:solidFill>
                  <a:srgbClr val="FFFFFF"/>
                </a:solidFill>
                <a:latin typeface="Times New Roman"/>
              </a:rPr>
              <a:t>Page - </a:t>
            </a:r>
            <a:r>
              <a:rPr lang="en-US" sz="2000" b="1">
                <a:solidFill>
                  <a:srgbClr val="FFFFFF"/>
                </a:solidFill>
                <a:latin typeface="Times New Roman"/>
              </a:rPr>
              <a:t>07</a:t>
            </a:r>
            <a:endParaRPr lang="en-US" sz="2000">
              <a:latin typeface="Times New Roman"/>
              <a:ea typeface="Source Sans Pro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7B79B7-110B-B342-5983-884AFA5FB6F8}"/>
              </a:ext>
            </a:extLst>
          </p:cNvPr>
          <p:cNvSpPr/>
          <p:nvPr/>
        </p:nvSpPr>
        <p:spPr>
          <a:xfrm>
            <a:off x="5681" y="-4267"/>
            <a:ext cx="10051483" cy="870815"/>
          </a:xfrm>
          <a:prstGeom prst="rect">
            <a:avLst/>
          </a:prstGeom>
          <a:solidFill>
            <a:srgbClr val="0070C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Times New Roman"/>
                <a:ea typeface="Source Sans Pro"/>
                <a:cs typeface="Times New Roman"/>
              </a:rPr>
              <a:t>HOW DO WE KEEP MOTIVATION HIGH?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6585FC7-F0C3-6A9D-772B-8DA9897BE70B}"/>
              </a:ext>
            </a:extLst>
          </p:cNvPr>
          <p:cNvSpPr txBox="1"/>
          <p:nvPr/>
        </p:nvSpPr>
        <p:spPr>
          <a:xfrm>
            <a:off x="223024" y="1037063"/>
            <a:ext cx="9612352" cy="51316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800" b="1">
                <a:latin typeface="Times New Roman"/>
                <a:cs typeface="Times New Roman"/>
              </a:rPr>
              <a:t>Structure and project management</a:t>
            </a:r>
            <a:endParaRPr lang="en-US" sz="2000">
              <a:latin typeface="Times New Roman"/>
              <a:cs typeface="Times New Roman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sz="2800" b="1">
                <a:latin typeface="Times New Roman"/>
                <a:cs typeface="Times New Roman"/>
              </a:rPr>
              <a:t>Team Culture &amp; Morale</a:t>
            </a:r>
            <a:endParaRPr lang="de-DE" sz="2800" b="1">
              <a:latin typeface="Times New Roman"/>
              <a:cs typeface="Times New Roman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de-DE" sz="2800" b="1">
                <a:latin typeface="Times New Roman"/>
                <a:cs typeface="Times New Roman"/>
              </a:rPr>
              <a:t>Goals, </a:t>
            </a:r>
            <a:r>
              <a:rPr lang="de-DE" sz="2800" b="1" err="1">
                <a:latin typeface="Times New Roman"/>
                <a:cs typeface="Times New Roman"/>
              </a:rPr>
              <a:t>Rewards</a:t>
            </a:r>
            <a:r>
              <a:rPr lang="de-DE" sz="2800" b="1">
                <a:latin typeface="Times New Roman"/>
                <a:cs typeface="Times New Roman"/>
              </a:rPr>
              <a:t> and Milestones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de-DE" sz="2800" b="1">
                <a:latin typeface="Times New Roman"/>
                <a:cs typeface="Times New Roman"/>
              </a:rPr>
              <a:t>Learning and Development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de-DE" sz="2800" b="1" err="1">
                <a:latin typeface="Times New Roman"/>
                <a:cs typeface="Times New Roman"/>
              </a:rPr>
              <a:t>Maintaining</a:t>
            </a:r>
            <a:r>
              <a:rPr lang="de-DE" sz="2800" b="1">
                <a:latin typeface="Times New Roman"/>
                <a:cs typeface="Times New Roman"/>
              </a:rPr>
              <a:t> </a:t>
            </a:r>
            <a:r>
              <a:rPr lang="de-DE" sz="2800" b="1" err="1">
                <a:latin typeface="Times New Roman"/>
                <a:cs typeface="Times New Roman"/>
              </a:rPr>
              <a:t>energy</a:t>
            </a:r>
            <a:r>
              <a:rPr lang="de-DE" sz="2800" b="1">
                <a:latin typeface="Times New Roman"/>
                <a:cs typeface="Times New Roman"/>
              </a:rPr>
              <a:t> and </a:t>
            </a:r>
            <a:r>
              <a:rPr lang="de-DE" sz="2800" b="1" err="1">
                <a:latin typeface="Times New Roman"/>
                <a:cs typeface="Times New Roman"/>
              </a:rPr>
              <a:t>preventing</a:t>
            </a:r>
            <a:r>
              <a:rPr lang="de-DE" sz="2800" b="1">
                <a:latin typeface="Times New Roman"/>
                <a:cs typeface="Times New Roman"/>
              </a:rPr>
              <a:t> </a:t>
            </a:r>
            <a:r>
              <a:rPr lang="de-DE" sz="2800" b="1" err="1">
                <a:latin typeface="Times New Roman"/>
                <a:cs typeface="Times New Roman"/>
              </a:rPr>
              <a:t>burnout</a:t>
            </a:r>
            <a:endParaRPr lang="de-DE" sz="2800" b="1">
              <a:latin typeface="Times New Roman"/>
              <a:cs typeface="Times New Roman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de-DE" sz="2800" b="1">
                <a:latin typeface="Times New Roman"/>
                <a:cs typeface="Times New Roman"/>
              </a:rPr>
              <a:t>The Final </a:t>
            </a:r>
            <a:r>
              <a:rPr lang="de-DE" sz="2800" b="1" err="1">
                <a:latin typeface="Times New Roman"/>
                <a:cs typeface="Times New Roman"/>
              </a:rPr>
              <a:t>Strech</a:t>
            </a:r>
            <a:r>
              <a:rPr lang="de-DE" sz="2800" b="1">
                <a:latin typeface="Times New Roman"/>
                <a:cs typeface="Times New Roman"/>
              </a:rPr>
              <a:t>: </a:t>
            </a:r>
            <a:r>
              <a:rPr lang="de-DE" sz="2800" b="1" err="1">
                <a:latin typeface="Times New Roman"/>
                <a:cs typeface="Times New Roman"/>
              </a:rPr>
              <a:t>Pre-competition</a:t>
            </a:r>
            <a:r>
              <a:rPr lang="de-DE" sz="2800" b="1">
                <a:latin typeface="Times New Roman"/>
                <a:cs typeface="Times New Roman"/>
              </a:rPr>
              <a:t> </a:t>
            </a:r>
            <a:r>
              <a:rPr lang="de-DE" sz="2800" b="1" err="1">
                <a:latin typeface="Times New Roman"/>
                <a:cs typeface="Times New Roman"/>
              </a:rPr>
              <a:t>focus</a:t>
            </a:r>
            <a:endParaRPr lang="de-DE" sz="2800" b="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6006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M45264798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00FF66"/>
      </a:accent1>
      <a:accent2>
        <a:srgbClr val="300BE5"/>
      </a:accent2>
      <a:accent3>
        <a:srgbClr val="DFFE00"/>
      </a:accent3>
      <a:accent4>
        <a:srgbClr val="FD124A"/>
      </a:accent4>
      <a:accent5>
        <a:srgbClr val="FF19FD"/>
      </a:accent5>
      <a:accent6>
        <a:srgbClr val="19D5FE"/>
      </a:accent6>
      <a:hlink>
        <a:srgbClr val="5F5F5F"/>
      </a:hlink>
      <a:folHlink>
        <a:srgbClr val="919191"/>
      </a:folHlink>
    </a:clrScheme>
    <a:fontScheme name="Custom 86">
      <a:majorFont>
        <a:latin typeface="Berlin Sans FB Demi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5264798_wac_SD_v5" id="{40E6E9B9-CF4E-4464-9D2D-205DF6E23046}" vid="{7D5F2785-6683-478C-8695-7A8F820B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AA651AF-9BEE-4840-8A44-08686736E903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459D34CEFF0D499359F2F887F5B222" ma:contentTypeVersion="11" ma:contentTypeDescription="Create a new document." ma:contentTypeScope="" ma:versionID="16051568480f1871e8565a798d76071b">
  <xsd:schema xmlns:xsd="http://www.w3.org/2001/XMLSchema" xmlns:xs="http://www.w3.org/2001/XMLSchema" xmlns:p="http://schemas.microsoft.com/office/2006/metadata/properties" xmlns:ns2="6362ed64-5462-414c-9803-0603109fd2d2" xmlns:ns3="d130cb11-9037-4762-b78b-51c9d498595d" targetNamespace="http://schemas.microsoft.com/office/2006/metadata/properties" ma:root="true" ma:fieldsID="36c4cc5df019cb009282ab347c194c9b" ns2:_="" ns3:_="">
    <xsd:import namespace="6362ed64-5462-414c-9803-0603109fd2d2"/>
    <xsd:import namespace="d130cb11-9037-4762-b78b-51c9d49859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62ed64-5462-414c-9803-0603109fd2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30cb11-9037-4762-b78b-51c9d49859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d8b8587-c05e-4dfb-9297-115e0a821a3f}" ma:internalName="TaxCatchAll" ma:showField="CatchAllData" ma:web="d130cb11-9037-4762-b78b-51c9d49859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362ed64-5462-414c-9803-0603109fd2d2">
      <Terms xmlns="http://schemas.microsoft.com/office/infopath/2007/PartnerControls"/>
    </lcf76f155ced4ddcb4097134ff3c332f>
    <TaxCatchAll xmlns="d130cb11-9037-4762-b78b-51c9d498595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23398FE-1E06-41CD-9C33-598E7B5C5282}"/>
</file>

<file path=customXml/itemProps2.xml><?xml version="1.0" encoding="utf-8"?>
<ds:datastoreItem xmlns:ds="http://schemas.openxmlformats.org/officeDocument/2006/customXml" ds:itemID="{A9AFD841-9385-4F7E-A5A9-AECA7F588967}">
  <ds:schemaRefs>
    <ds:schemaRef ds:uri="6362ed64-5462-414c-9803-0603109fd2d2"/>
    <ds:schemaRef ds:uri="d130cb11-9037-4762-b78b-51c9d49859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1D676D5-91E3-4621-859D-BFBE42CCCD3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21e9783-d0a0-48f8-850e-0b081b46d788}" enabled="0" method="" siteId="{e21e9783-d0a0-48f8-850e-0b081b46d78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Robots coloring book</Template>
  <Application>Microsoft Office PowerPoint</Application>
  <PresentationFormat>Custom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Cover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Samsaam Ali Baig</dc:creator>
  <cp:revision>1</cp:revision>
  <dcterms:created xsi:type="dcterms:W3CDTF">2025-02-25T07:51:29Z</dcterms:created>
  <dcterms:modified xsi:type="dcterms:W3CDTF">2025-10-06T12:09:06Z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0x010100AB459D34CEFF0D499359F2F887F5B222</vt:lpwstr>
  </property>
  <property fmtid="{D5CDD505-2E9C-101B-9397-08002B2CF9AE}" pid="3" name="MediaServiceImageTags">
    <vt:lpwstr/>
  </property>
</Properties>
</file>